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0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93" r:id="rId2"/>
    <p:sldId id="273" r:id="rId3"/>
    <p:sldId id="276" r:id="rId4"/>
    <p:sldId id="291" r:id="rId5"/>
    <p:sldId id="257" r:id="rId6"/>
    <p:sldId id="267" r:id="rId7"/>
    <p:sldId id="268" r:id="rId8"/>
    <p:sldId id="259" r:id="rId9"/>
    <p:sldId id="258" r:id="rId10"/>
    <p:sldId id="287" r:id="rId11"/>
    <p:sldId id="289" r:id="rId12"/>
    <p:sldId id="262" r:id="rId13"/>
    <p:sldId id="263" r:id="rId14"/>
    <p:sldId id="270" r:id="rId15"/>
    <p:sldId id="260" r:id="rId16"/>
    <p:sldId id="275" r:id="rId17"/>
    <p:sldId id="261" r:id="rId18"/>
    <p:sldId id="269" r:id="rId19"/>
    <p:sldId id="264" r:id="rId20"/>
    <p:sldId id="271" r:id="rId21"/>
    <p:sldId id="265" r:id="rId22"/>
    <p:sldId id="266" r:id="rId23"/>
    <p:sldId id="272" r:id="rId24"/>
    <p:sldId id="274" r:id="rId25"/>
    <p:sldId id="278" r:id="rId26"/>
    <p:sldId id="285" r:id="rId27"/>
    <p:sldId id="279" r:id="rId28"/>
    <p:sldId id="282" r:id="rId29"/>
    <p:sldId id="286" r:id="rId30"/>
    <p:sldId id="280" r:id="rId31"/>
    <p:sldId id="283" r:id="rId32"/>
    <p:sldId id="284" r:id="rId33"/>
    <p:sldId id="281" r:id="rId34"/>
    <p:sldId id="288" r:id="rId35"/>
    <p:sldId id="290" r:id="rId36"/>
    <p:sldId id="294" r:id="rId37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>
        <p:scale>
          <a:sx n="83" d="100"/>
          <a:sy n="83" d="100"/>
        </p:scale>
        <p:origin x="5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252F55-45EE-4CDD-AF9A-3E6DD1D1B66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C024F67-2234-47DD-B3E7-C5C64D1E2595}">
      <dgm:prSet/>
      <dgm:spPr/>
      <dgm:t>
        <a:bodyPr/>
        <a:lstStyle/>
        <a:p>
          <a:r>
            <a:rPr lang="en-GB"/>
            <a:t>Modernere Benutzeroberflächen / einfacheres Styling</a:t>
          </a:r>
          <a:endParaRPr lang="en-US"/>
        </a:p>
      </dgm:t>
    </dgm:pt>
    <dgm:pt modelId="{54432DC8-1FB4-407D-9333-2EFFA7C88210}" type="parTrans" cxnId="{A9BF0644-9E13-4E81-9602-354FF6751D6C}">
      <dgm:prSet/>
      <dgm:spPr/>
      <dgm:t>
        <a:bodyPr/>
        <a:lstStyle/>
        <a:p>
          <a:endParaRPr lang="en-US"/>
        </a:p>
      </dgm:t>
    </dgm:pt>
    <dgm:pt modelId="{5E5B4F8B-D485-407A-826D-0C1A4B70B924}" type="sibTrans" cxnId="{A9BF0644-9E13-4E81-9602-354FF6751D6C}">
      <dgm:prSet/>
      <dgm:spPr/>
      <dgm:t>
        <a:bodyPr/>
        <a:lstStyle/>
        <a:p>
          <a:endParaRPr lang="en-US"/>
        </a:p>
      </dgm:t>
    </dgm:pt>
    <dgm:pt modelId="{62847D5B-162F-4EAD-910C-BE0215D8BD3D}">
      <dgm:prSet/>
      <dgm:spPr/>
      <dgm:t>
        <a:bodyPr/>
        <a:lstStyle/>
        <a:p>
          <a:r>
            <a:rPr lang="en-GB"/>
            <a:t>Bessere Trennung von Logik und Design</a:t>
          </a:r>
          <a:endParaRPr lang="en-US"/>
        </a:p>
      </dgm:t>
    </dgm:pt>
    <dgm:pt modelId="{DDDDF2B7-3346-471A-8B1F-331A7ABFFF29}" type="parTrans" cxnId="{B304165B-F947-43F4-BCF5-8BA9BC33E710}">
      <dgm:prSet/>
      <dgm:spPr/>
      <dgm:t>
        <a:bodyPr/>
        <a:lstStyle/>
        <a:p>
          <a:endParaRPr lang="en-US"/>
        </a:p>
      </dgm:t>
    </dgm:pt>
    <dgm:pt modelId="{8C8502D9-0CD8-4A7F-A165-AF66C2575099}" type="sibTrans" cxnId="{B304165B-F947-43F4-BCF5-8BA9BC33E710}">
      <dgm:prSet/>
      <dgm:spPr/>
      <dgm:t>
        <a:bodyPr/>
        <a:lstStyle/>
        <a:p>
          <a:endParaRPr lang="en-US"/>
        </a:p>
      </dgm:t>
    </dgm:pt>
    <dgm:pt modelId="{EA87DD45-FD64-43F8-8549-22AA92519BDE}">
      <dgm:prSet/>
      <dgm:spPr/>
      <dgm:t>
        <a:bodyPr/>
        <a:lstStyle/>
        <a:p>
          <a:r>
            <a:rPr lang="en-GB"/>
            <a:t>Bessere Wartbarkeit (FXML, CSS)</a:t>
          </a:r>
          <a:endParaRPr lang="en-US"/>
        </a:p>
      </dgm:t>
    </dgm:pt>
    <dgm:pt modelId="{49161854-C443-4570-92A1-624571632369}" type="parTrans" cxnId="{0C473061-22D8-4D5D-985A-049FD1626AF4}">
      <dgm:prSet/>
      <dgm:spPr/>
      <dgm:t>
        <a:bodyPr/>
        <a:lstStyle/>
        <a:p>
          <a:endParaRPr lang="en-US"/>
        </a:p>
      </dgm:t>
    </dgm:pt>
    <dgm:pt modelId="{0A3EB424-2CD6-4CA2-AEF4-06F5492DDEC6}" type="sibTrans" cxnId="{0C473061-22D8-4D5D-985A-049FD1626AF4}">
      <dgm:prSet/>
      <dgm:spPr/>
      <dgm:t>
        <a:bodyPr/>
        <a:lstStyle/>
        <a:p>
          <a:endParaRPr lang="en-US"/>
        </a:p>
      </dgm:t>
    </dgm:pt>
    <dgm:pt modelId="{E134DDAE-2508-4AB8-895E-6FBE45C685CC}" type="pres">
      <dgm:prSet presAssocID="{7C252F55-45EE-4CDD-AF9A-3E6DD1D1B66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0D790CD-6081-4DBA-806E-78B3C82E305C}" type="pres">
      <dgm:prSet presAssocID="{DC024F67-2234-47DD-B3E7-C5C64D1E2595}" presName="hierRoot1" presStyleCnt="0"/>
      <dgm:spPr/>
    </dgm:pt>
    <dgm:pt modelId="{EA55DA90-E674-44CB-8642-38EF31AE2319}" type="pres">
      <dgm:prSet presAssocID="{DC024F67-2234-47DD-B3E7-C5C64D1E2595}" presName="composite" presStyleCnt="0"/>
      <dgm:spPr/>
    </dgm:pt>
    <dgm:pt modelId="{DB16623D-9E07-4EFF-981E-FF806092B09D}" type="pres">
      <dgm:prSet presAssocID="{DC024F67-2234-47DD-B3E7-C5C64D1E2595}" presName="background" presStyleLbl="node0" presStyleIdx="0" presStyleCnt="3"/>
      <dgm:spPr/>
    </dgm:pt>
    <dgm:pt modelId="{0125CC64-05F7-45D0-8E87-CB682CB98A9F}" type="pres">
      <dgm:prSet presAssocID="{DC024F67-2234-47DD-B3E7-C5C64D1E2595}" presName="text" presStyleLbl="fgAcc0" presStyleIdx="0" presStyleCnt="3">
        <dgm:presLayoutVars>
          <dgm:chPref val="3"/>
        </dgm:presLayoutVars>
      </dgm:prSet>
      <dgm:spPr/>
    </dgm:pt>
    <dgm:pt modelId="{0DCB0F8C-ABE3-40AC-9680-CAEC3C59A524}" type="pres">
      <dgm:prSet presAssocID="{DC024F67-2234-47DD-B3E7-C5C64D1E2595}" presName="hierChild2" presStyleCnt="0"/>
      <dgm:spPr/>
    </dgm:pt>
    <dgm:pt modelId="{A2062977-C347-4770-AF14-3241D1B6A710}" type="pres">
      <dgm:prSet presAssocID="{62847D5B-162F-4EAD-910C-BE0215D8BD3D}" presName="hierRoot1" presStyleCnt="0"/>
      <dgm:spPr/>
    </dgm:pt>
    <dgm:pt modelId="{F24E8AC0-2834-4CB1-8D52-A02F677AB54C}" type="pres">
      <dgm:prSet presAssocID="{62847D5B-162F-4EAD-910C-BE0215D8BD3D}" presName="composite" presStyleCnt="0"/>
      <dgm:spPr/>
    </dgm:pt>
    <dgm:pt modelId="{43AC0202-6C36-4782-BEC3-8959BE0A8B92}" type="pres">
      <dgm:prSet presAssocID="{62847D5B-162F-4EAD-910C-BE0215D8BD3D}" presName="background" presStyleLbl="node0" presStyleIdx="1" presStyleCnt="3"/>
      <dgm:spPr/>
    </dgm:pt>
    <dgm:pt modelId="{56835FEB-991D-41AE-B917-52A8D3766918}" type="pres">
      <dgm:prSet presAssocID="{62847D5B-162F-4EAD-910C-BE0215D8BD3D}" presName="text" presStyleLbl="fgAcc0" presStyleIdx="1" presStyleCnt="3">
        <dgm:presLayoutVars>
          <dgm:chPref val="3"/>
        </dgm:presLayoutVars>
      </dgm:prSet>
      <dgm:spPr/>
    </dgm:pt>
    <dgm:pt modelId="{F294EB20-42B3-48E9-8830-315319F52A38}" type="pres">
      <dgm:prSet presAssocID="{62847D5B-162F-4EAD-910C-BE0215D8BD3D}" presName="hierChild2" presStyleCnt="0"/>
      <dgm:spPr/>
    </dgm:pt>
    <dgm:pt modelId="{9FA1EC93-C772-4CA7-B48C-FC966A7167EB}" type="pres">
      <dgm:prSet presAssocID="{EA87DD45-FD64-43F8-8549-22AA92519BDE}" presName="hierRoot1" presStyleCnt="0"/>
      <dgm:spPr/>
    </dgm:pt>
    <dgm:pt modelId="{BEFFCC26-AA41-498A-9B81-1534B8CA8F8F}" type="pres">
      <dgm:prSet presAssocID="{EA87DD45-FD64-43F8-8549-22AA92519BDE}" presName="composite" presStyleCnt="0"/>
      <dgm:spPr/>
    </dgm:pt>
    <dgm:pt modelId="{4EA82E97-7ABA-4A8A-9A63-0AAC7A07CD98}" type="pres">
      <dgm:prSet presAssocID="{EA87DD45-FD64-43F8-8549-22AA92519BDE}" presName="background" presStyleLbl="node0" presStyleIdx="2" presStyleCnt="3"/>
      <dgm:spPr/>
    </dgm:pt>
    <dgm:pt modelId="{4D145EF6-D8DF-43EC-8063-5FEE7A721F5C}" type="pres">
      <dgm:prSet presAssocID="{EA87DD45-FD64-43F8-8549-22AA92519BDE}" presName="text" presStyleLbl="fgAcc0" presStyleIdx="2" presStyleCnt="3">
        <dgm:presLayoutVars>
          <dgm:chPref val="3"/>
        </dgm:presLayoutVars>
      </dgm:prSet>
      <dgm:spPr/>
    </dgm:pt>
    <dgm:pt modelId="{A178000E-84DF-486D-82C8-473247D93AF2}" type="pres">
      <dgm:prSet presAssocID="{EA87DD45-FD64-43F8-8549-22AA92519BDE}" presName="hierChild2" presStyleCnt="0"/>
      <dgm:spPr/>
    </dgm:pt>
  </dgm:ptLst>
  <dgm:cxnLst>
    <dgm:cxn modelId="{9B325901-3E7F-4783-8767-6E61B6D0C0FE}" type="presOf" srcId="{DC024F67-2234-47DD-B3E7-C5C64D1E2595}" destId="{0125CC64-05F7-45D0-8E87-CB682CB98A9F}" srcOrd="0" destOrd="0" presId="urn:microsoft.com/office/officeart/2005/8/layout/hierarchy1"/>
    <dgm:cxn modelId="{F946D621-85F5-4AFD-8052-29F582B18B7B}" type="presOf" srcId="{62847D5B-162F-4EAD-910C-BE0215D8BD3D}" destId="{56835FEB-991D-41AE-B917-52A8D3766918}" srcOrd="0" destOrd="0" presId="urn:microsoft.com/office/officeart/2005/8/layout/hierarchy1"/>
    <dgm:cxn modelId="{B304165B-F947-43F4-BCF5-8BA9BC33E710}" srcId="{7C252F55-45EE-4CDD-AF9A-3E6DD1D1B665}" destId="{62847D5B-162F-4EAD-910C-BE0215D8BD3D}" srcOrd="1" destOrd="0" parTransId="{DDDDF2B7-3346-471A-8B1F-331A7ABFFF29}" sibTransId="{8C8502D9-0CD8-4A7F-A165-AF66C2575099}"/>
    <dgm:cxn modelId="{0C473061-22D8-4D5D-985A-049FD1626AF4}" srcId="{7C252F55-45EE-4CDD-AF9A-3E6DD1D1B665}" destId="{EA87DD45-FD64-43F8-8549-22AA92519BDE}" srcOrd="2" destOrd="0" parTransId="{49161854-C443-4570-92A1-624571632369}" sibTransId="{0A3EB424-2CD6-4CA2-AEF4-06F5492DDEC6}"/>
    <dgm:cxn modelId="{A9BF0644-9E13-4E81-9602-354FF6751D6C}" srcId="{7C252F55-45EE-4CDD-AF9A-3E6DD1D1B665}" destId="{DC024F67-2234-47DD-B3E7-C5C64D1E2595}" srcOrd="0" destOrd="0" parTransId="{54432DC8-1FB4-407D-9333-2EFFA7C88210}" sibTransId="{5E5B4F8B-D485-407A-826D-0C1A4B70B924}"/>
    <dgm:cxn modelId="{2671DB53-3480-480A-92AC-EB29DFA2C6D1}" type="presOf" srcId="{7C252F55-45EE-4CDD-AF9A-3E6DD1D1B665}" destId="{E134DDAE-2508-4AB8-895E-6FBE45C685CC}" srcOrd="0" destOrd="0" presId="urn:microsoft.com/office/officeart/2005/8/layout/hierarchy1"/>
    <dgm:cxn modelId="{A88957D8-6D39-40D4-B931-45D6EB455F56}" type="presOf" srcId="{EA87DD45-FD64-43F8-8549-22AA92519BDE}" destId="{4D145EF6-D8DF-43EC-8063-5FEE7A721F5C}" srcOrd="0" destOrd="0" presId="urn:microsoft.com/office/officeart/2005/8/layout/hierarchy1"/>
    <dgm:cxn modelId="{C58E7B33-47EB-4718-941B-F28BD4E6028C}" type="presParOf" srcId="{E134DDAE-2508-4AB8-895E-6FBE45C685CC}" destId="{A0D790CD-6081-4DBA-806E-78B3C82E305C}" srcOrd="0" destOrd="0" presId="urn:microsoft.com/office/officeart/2005/8/layout/hierarchy1"/>
    <dgm:cxn modelId="{6BB036E9-E2B0-4A02-B445-2BFF3DBD617D}" type="presParOf" srcId="{A0D790CD-6081-4DBA-806E-78B3C82E305C}" destId="{EA55DA90-E674-44CB-8642-38EF31AE2319}" srcOrd="0" destOrd="0" presId="urn:microsoft.com/office/officeart/2005/8/layout/hierarchy1"/>
    <dgm:cxn modelId="{4C80343F-E6C8-4F71-B02B-78478CF4D46F}" type="presParOf" srcId="{EA55DA90-E674-44CB-8642-38EF31AE2319}" destId="{DB16623D-9E07-4EFF-981E-FF806092B09D}" srcOrd="0" destOrd="0" presId="urn:microsoft.com/office/officeart/2005/8/layout/hierarchy1"/>
    <dgm:cxn modelId="{539677CA-DC1A-4A55-A093-8EB7A1CA11DE}" type="presParOf" srcId="{EA55DA90-E674-44CB-8642-38EF31AE2319}" destId="{0125CC64-05F7-45D0-8E87-CB682CB98A9F}" srcOrd="1" destOrd="0" presId="urn:microsoft.com/office/officeart/2005/8/layout/hierarchy1"/>
    <dgm:cxn modelId="{F535F073-ACF9-4DAE-998E-8122F4CAA3E7}" type="presParOf" srcId="{A0D790CD-6081-4DBA-806E-78B3C82E305C}" destId="{0DCB0F8C-ABE3-40AC-9680-CAEC3C59A524}" srcOrd="1" destOrd="0" presId="urn:microsoft.com/office/officeart/2005/8/layout/hierarchy1"/>
    <dgm:cxn modelId="{0E3CB981-40C1-48D6-8B2E-5F424F87C39B}" type="presParOf" srcId="{E134DDAE-2508-4AB8-895E-6FBE45C685CC}" destId="{A2062977-C347-4770-AF14-3241D1B6A710}" srcOrd="1" destOrd="0" presId="urn:microsoft.com/office/officeart/2005/8/layout/hierarchy1"/>
    <dgm:cxn modelId="{2C27B74E-5575-4BF5-A0FC-0FABC53C4059}" type="presParOf" srcId="{A2062977-C347-4770-AF14-3241D1B6A710}" destId="{F24E8AC0-2834-4CB1-8D52-A02F677AB54C}" srcOrd="0" destOrd="0" presId="urn:microsoft.com/office/officeart/2005/8/layout/hierarchy1"/>
    <dgm:cxn modelId="{B12783FF-1A74-400A-9A8F-87AA92E3F107}" type="presParOf" srcId="{F24E8AC0-2834-4CB1-8D52-A02F677AB54C}" destId="{43AC0202-6C36-4782-BEC3-8959BE0A8B92}" srcOrd="0" destOrd="0" presId="urn:microsoft.com/office/officeart/2005/8/layout/hierarchy1"/>
    <dgm:cxn modelId="{1AF8F9A7-1D02-4FCA-BB84-DCB11AA07BE2}" type="presParOf" srcId="{F24E8AC0-2834-4CB1-8D52-A02F677AB54C}" destId="{56835FEB-991D-41AE-B917-52A8D3766918}" srcOrd="1" destOrd="0" presId="urn:microsoft.com/office/officeart/2005/8/layout/hierarchy1"/>
    <dgm:cxn modelId="{87A19651-A14B-4B6D-A148-697CD393D603}" type="presParOf" srcId="{A2062977-C347-4770-AF14-3241D1B6A710}" destId="{F294EB20-42B3-48E9-8830-315319F52A38}" srcOrd="1" destOrd="0" presId="urn:microsoft.com/office/officeart/2005/8/layout/hierarchy1"/>
    <dgm:cxn modelId="{89319FAC-2109-4963-ACE6-5F7F23F06141}" type="presParOf" srcId="{E134DDAE-2508-4AB8-895E-6FBE45C685CC}" destId="{9FA1EC93-C772-4CA7-B48C-FC966A7167EB}" srcOrd="2" destOrd="0" presId="urn:microsoft.com/office/officeart/2005/8/layout/hierarchy1"/>
    <dgm:cxn modelId="{5E815E37-7B21-4227-B6D7-2E6380B500ED}" type="presParOf" srcId="{9FA1EC93-C772-4CA7-B48C-FC966A7167EB}" destId="{BEFFCC26-AA41-498A-9B81-1534B8CA8F8F}" srcOrd="0" destOrd="0" presId="urn:microsoft.com/office/officeart/2005/8/layout/hierarchy1"/>
    <dgm:cxn modelId="{F715ACFC-F026-4621-9A47-D5431C29E420}" type="presParOf" srcId="{BEFFCC26-AA41-498A-9B81-1534B8CA8F8F}" destId="{4EA82E97-7ABA-4A8A-9A63-0AAC7A07CD98}" srcOrd="0" destOrd="0" presId="urn:microsoft.com/office/officeart/2005/8/layout/hierarchy1"/>
    <dgm:cxn modelId="{5985CAEC-1796-40DA-9013-5C01E576E192}" type="presParOf" srcId="{BEFFCC26-AA41-498A-9B81-1534B8CA8F8F}" destId="{4D145EF6-D8DF-43EC-8063-5FEE7A721F5C}" srcOrd="1" destOrd="0" presId="urn:microsoft.com/office/officeart/2005/8/layout/hierarchy1"/>
    <dgm:cxn modelId="{D564C5E2-D7B7-4BBA-B697-56677D54C768}" type="presParOf" srcId="{9FA1EC93-C772-4CA7-B48C-FC966A7167EB}" destId="{A178000E-84DF-486D-82C8-473247D93AF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A116EA-088C-42B1-BAE2-2621F7DB07FE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95A7687-E43E-484F-BA35-2A4E01641AC9}">
      <dgm:prSet/>
      <dgm:spPr/>
      <dgm:t>
        <a:bodyPr/>
        <a:lstStyle/>
        <a:p>
          <a:r>
            <a:rPr lang="en-GB"/>
            <a:t>Java Swing -&gt; JavaFX</a:t>
          </a:r>
          <a:endParaRPr lang="en-US"/>
        </a:p>
      </dgm:t>
    </dgm:pt>
    <dgm:pt modelId="{5607780F-35FE-4A84-9D35-7886DC53D5C1}" type="parTrans" cxnId="{040103B3-4FA1-4018-A6C4-B7A921141BBC}">
      <dgm:prSet/>
      <dgm:spPr/>
      <dgm:t>
        <a:bodyPr/>
        <a:lstStyle/>
        <a:p>
          <a:endParaRPr lang="en-US"/>
        </a:p>
      </dgm:t>
    </dgm:pt>
    <dgm:pt modelId="{B1840FB6-96B1-4BD6-802C-F0B956162166}" type="sibTrans" cxnId="{040103B3-4FA1-4018-A6C4-B7A921141BBC}">
      <dgm:prSet/>
      <dgm:spPr/>
      <dgm:t>
        <a:bodyPr/>
        <a:lstStyle/>
        <a:p>
          <a:endParaRPr lang="en-US"/>
        </a:p>
      </dgm:t>
    </dgm:pt>
    <dgm:pt modelId="{D7E506B1-C864-41B1-86BC-8E11783BFF53}">
      <dgm:prSet/>
      <dgm:spPr/>
      <dgm:t>
        <a:bodyPr/>
        <a:lstStyle/>
        <a:p>
          <a:r>
            <a:rPr lang="en-GB"/>
            <a:t>Nur Komponenten austauschen</a:t>
          </a:r>
          <a:endParaRPr lang="en-US"/>
        </a:p>
      </dgm:t>
    </dgm:pt>
    <dgm:pt modelId="{D06ACD7A-70E0-48F0-AA1E-4D3B7607DA09}" type="parTrans" cxnId="{CFAD0BAC-4EF0-4796-871C-E99A34B86190}">
      <dgm:prSet/>
      <dgm:spPr/>
      <dgm:t>
        <a:bodyPr/>
        <a:lstStyle/>
        <a:p>
          <a:endParaRPr lang="en-US"/>
        </a:p>
      </dgm:t>
    </dgm:pt>
    <dgm:pt modelId="{A37715DA-E39A-46FC-BBE4-5F676454CD0D}" type="sibTrans" cxnId="{CFAD0BAC-4EF0-4796-871C-E99A34B86190}">
      <dgm:prSet/>
      <dgm:spPr/>
      <dgm:t>
        <a:bodyPr/>
        <a:lstStyle/>
        <a:p>
          <a:endParaRPr lang="en-US"/>
        </a:p>
      </dgm:t>
    </dgm:pt>
    <dgm:pt modelId="{6DF83C30-2276-4C7F-89FC-062A4F650D51}">
      <dgm:prSet/>
      <dgm:spPr/>
      <dgm:t>
        <a:bodyPr/>
        <a:lstStyle/>
        <a:p>
          <a:r>
            <a:rPr lang="en-GB"/>
            <a:t>Funktionalität bleibt</a:t>
          </a:r>
          <a:endParaRPr lang="en-US"/>
        </a:p>
      </dgm:t>
    </dgm:pt>
    <dgm:pt modelId="{C93C2E22-71A9-4E1D-9EA9-71FFAC5B632E}" type="parTrans" cxnId="{05AFAA44-2CD9-46B9-B6B6-B9DF42890F7D}">
      <dgm:prSet/>
      <dgm:spPr/>
      <dgm:t>
        <a:bodyPr/>
        <a:lstStyle/>
        <a:p>
          <a:endParaRPr lang="en-US"/>
        </a:p>
      </dgm:t>
    </dgm:pt>
    <dgm:pt modelId="{EA2A96A6-6F59-45C1-B41C-CD68692BE3BB}" type="sibTrans" cxnId="{05AFAA44-2CD9-46B9-B6B6-B9DF42890F7D}">
      <dgm:prSet/>
      <dgm:spPr/>
      <dgm:t>
        <a:bodyPr/>
        <a:lstStyle/>
        <a:p>
          <a:endParaRPr lang="en-US"/>
        </a:p>
      </dgm:t>
    </dgm:pt>
    <dgm:pt modelId="{ECA3B9E8-4A57-499F-A99E-8EAF0B5C5125}">
      <dgm:prSet/>
      <dgm:spPr/>
      <dgm:t>
        <a:bodyPr/>
        <a:lstStyle/>
        <a:p>
          <a:r>
            <a:rPr lang="en-GB"/>
            <a:t>KI gestützter Workflow</a:t>
          </a:r>
          <a:endParaRPr lang="en-US"/>
        </a:p>
      </dgm:t>
    </dgm:pt>
    <dgm:pt modelId="{0A891FA8-8780-41EB-B2D4-4E6203FDD495}" type="parTrans" cxnId="{FAADDA13-C85D-4DE2-8F9A-C2A2BEB91FFD}">
      <dgm:prSet/>
      <dgm:spPr/>
      <dgm:t>
        <a:bodyPr/>
        <a:lstStyle/>
        <a:p>
          <a:endParaRPr lang="en-US"/>
        </a:p>
      </dgm:t>
    </dgm:pt>
    <dgm:pt modelId="{4FB182C9-13A8-4DE1-B7A6-176C7DA7AF89}" type="sibTrans" cxnId="{FAADDA13-C85D-4DE2-8F9A-C2A2BEB91FFD}">
      <dgm:prSet/>
      <dgm:spPr/>
      <dgm:t>
        <a:bodyPr/>
        <a:lstStyle/>
        <a:p>
          <a:endParaRPr lang="en-US"/>
        </a:p>
      </dgm:t>
    </dgm:pt>
    <dgm:pt modelId="{CD6B14F7-9B31-45D7-94CE-3688728B2251}">
      <dgm:prSet/>
      <dgm:spPr/>
      <dgm:t>
        <a:bodyPr/>
        <a:lstStyle/>
        <a:p>
          <a:r>
            <a:rPr lang="en-GB"/>
            <a:t>Kleine abgeschlossene Arbeitsschritte</a:t>
          </a:r>
          <a:endParaRPr lang="en-US"/>
        </a:p>
      </dgm:t>
    </dgm:pt>
    <dgm:pt modelId="{54753DAE-FEC9-4C5D-8B72-08AA3F0D2E01}" type="parTrans" cxnId="{E6468F74-67C2-4993-97E7-48E5DFEC362D}">
      <dgm:prSet/>
      <dgm:spPr/>
      <dgm:t>
        <a:bodyPr/>
        <a:lstStyle/>
        <a:p>
          <a:endParaRPr lang="en-US"/>
        </a:p>
      </dgm:t>
    </dgm:pt>
    <dgm:pt modelId="{89C9E82C-C029-459C-B124-5577845C525B}" type="sibTrans" cxnId="{E6468F74-67C2-4993-97E7-48E5DFEC362D}">
      <dgm:prSet/>
      <dgm:spPr/>
      <dgm:t>
        <a:bodyPr/>
        <a:lstStyle/>
        <a:p>
          <a:endParaRPr lang="en-US"/>
        </a:p>
      </dgm:t>
    </dgm:pt>
    <dgm:pt modelId="{CC425B80-9AD4-4018-97D8-ABA938E29216}" type="pres">
      <dgm:prSet presAssocID="{FFA116EA-088C-42B1-BAE2-2621F7DB07F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FBC7084-DEFA-4A74-9720-F4891A3235A2}" type="pres">
      <dgm:prSet presAssocID="{E95A7687-E43E-484F-BA35-2A4E01641AC9}" presName="root1" presStyleCnt="0"/>
      <dgm:spPr/>
    </dgm:pt>
    <dgm:pt modelId="{3FE7E035-37D6-4E67-A808-5383DD93D958}" type="pres">
      <dgm:prSet presAssocID="{E95A7687-E43E-484F-BA35-2A4E01641AC9}" presName="LevelOneTextNode" presStyleLbl="node0" presStyleIdx="0" presStyleCnt="3">
        <dgm:presLayoutVars>
          <dgm:chPref val="3"/>
        </dgm:presLayoutVars>
      </dgm:prSet>
      <dgm:spPr/>
    </dgm:pt>
    <dgm:pt modelId="{F958CF3C-BA57-4040-8812-FC67B3C7F547}" type="pres">
      <dgm:prSet presAssocID="{E95A7687-E43E-484F-BA35-2A4E01641AC9}" presName="level2hierChild" presStyleCnt="0"/>
      <dgm:spPr/>
    </dgm:pt>
    <dgm:pt modelId="{F78EFC90-FA91-4C13-9252-3EEE789951C7}" type="pres">
      <dgm:prSet presAssocID="{D06ACD7A-70E0-48F0-AA1E-4D3B7607DA09}" presName="conn2-1" presStyleLbl="parChTrans1D2" presStyleIdx="0" presStyleCnt="2"/>
      <dgm:spPr/>
    </dgm:pt>
    <dgm:pt modelId="{339F3636-0226-420D-99EA-87DA99ECE616}" type="pres">
      <dgm:prSet presAssocID="{D06ACD7A-70E0-48F0-AA1E-4D3B7607DA09}" presName="connTx" presStyleLbl="parChTrans1D2" presStyleIdx="0" presStyleCnt="2"/>
      <dgm:spPr/>
    </dgm:pt>
    <dgm:pt modelId="{CC365568-B3AF-480A-9760-F9D652B11298}" type="pres">
      <dgm:prSet presAssocID="{D7E506B1-C864-41B1-86BC-8E11783BFF53}" presName="root2" presStyleCnt="0"/>
      <dgm:spPr/>
    </dgm:pt>
    <dgm:pt modelId="{77CCFF8F-BDA1-4050-88A0-4BFC45853BFB}" type="pres">
      <dgm:prSet presAssocID="{D7E506B1-C864-41B1-86BC-8E11783BFF53}" presName="LevelTwoTextNode" presStyleLbl="node2" presStyleIdx="0" presStyleCnt="2">
        <dgm:presLayoutVars>
          <dgm:chPref val="3"/>
        </dgm:presLayoutVars>
      </dgm:prSet>
      <dgm:spPr/>
    </dgm:pt>
    <dgm:pt modelId="{65C12945-9631-4BCC-904B-ADDA22470D64}" type="pres">
      <dgm:prSet presAssocID="{D7E506B1-C864-41B1-86BC-8E11783BFF53}" presName="level3hierChild" presStyleCnt="0"/>
      <dgm:spPr/>
    </dgm:pt>
    <dgm:pt modelId="{BEA543FA-1C7D-46C9-BA64-038AAFED814B}" type="pres">
      <dgm:prSet presAssocID="{C93C2E22-71A9-4E1D-9EA9-71FFAC5B632E}" presName="conn2-1" presStyleLbl="parChTrans1D2" presStyleIdx="1" presStyleCnt="2"/>
      <dgm:spPr/>
    </dgm:pt>
    <dgm:pt modelId="{E7EC92A7-2D2A-4246-8DED-B00CABA832BB}" type="pres">
      <dgm:prSet presAssocID="{C93C2E22-71A9-4E1D-9EA9-71FFAC5B632E}" presName="connTx" presStyleLbl="parChTrans1D2" presStyleIdx="1" presStyleCnt="2"/>
      <dgm:spPr/>
    </dgm:pt>
    <dgm:pt modelId="{1CBCAAC8-B755-4179-84D3-B38BC6D1EE15}" type="pres">
      <dgm:prSet presAssocID="{6DF83C30-2276-4C7F-89FC-062A4F650D51}" presName="root2" presStyleCnt="0"/>
      <dgm:spPr/>
    </dgm:pt>
    <dgm:pt modelId="{7124AF44-3D82-433E-AAC2-18134B38973D}" type="pres">
      <dgm:prSet presAssocID="{6DF83C30-2276-4C7F-89FC-062A4F650D51}" presName="LevelTwoTextNode" presStyleLbl="node2" presStyleIdx="1" presStyleCnt="2">
        <dgm:presLayoutVars>
          <dgm:chPref val="3"/>
        </dgm:presLayoutVars>
      </dgm:prSet>
      <dgm:spPr/>
    </dgm:pt>
    <dgm:pt modelId="{2D86DCB9-23DF-4064-8BCD-40D415F3E5AA}" type="pres">
      <dgm:prSet presAssocID="{6DF83C30-2276-4C7F-89FC-062A4F650D51}" presName="level3hierChild" presStyleCnt="0"/>
      <dgm:spPr/>
    </dgm:pt>
    <dgm:pt modelId="{092CB08A-A222-467F-8000-19F5AA35162F}" type="pres">
      <dgm:prSet presAssocID="{ECA3B9E8-4A57-499F-A99E-8EAF0B5C5125}" presName="root1" presStyleCnt="0"/>
      <dgm:spPr/>
    </dgm:pt>
    <dgm:pt modelId="{DF95AEC9-6E0A-4850-884B-0E2013C227FC}" type="pres">
      <dgm:prSet presAssocID="{ECA3B9E8-4A57-499F-A99E-8EAF0B5C5125}" presName="LevelOneTextNode" presStyleLbl="node0" presStyleIdx="1" presStyleCnt="3">
        <dgm:presLayoutVars>
          <dgm:chPref val="3"/>
        </dgm:presLayoutVars>
      </dgm:prSet>
      <dgm:spPr/>
    </dgm:pt>
    <dgm:pt modelId="{75946E27-B073-4803-B500-5785FC3B5A99}" type="pres">
      <dgm:prSet presAssocID="{ECA3B9E8-4A57-499F-A99E-8EAF0B5C5125}" presName="level2hierChild" presStyleCnt="0"/>
      <dgm:spPr/>
    </dgm:pt>
    <dgm:pt modelId="{94CF176D-5C34-428B-9FCB-72934035E6AF}" type="pres">
      <dgm:prSet presAssocID="{CD6B14F7-9B31-45D7-94CE-3688728B2251}" presName="root1" presStyleCnt="0"/>
      <dgm:spPr/>
    </dgm:pt>
    <dgm:pt modelId="{3AE78100-3FD5-4B4A-AAAA-5EFF79F3078C}" type="pres">
      <dgm:prSet presAssocID="{CD6B14F7-9B31-45D7-94CE-3688728B2251}" presName="LevelOneTextNode" presStyleLbl="node0" presStyleIdx="2" presStyleCnt="3">
        <dgm:presLayoutVars>
          <dgm:chPref val="3"/>
        </dgm:presLayoutVars>
      </dgm:prSet>
      <dgm:spPr/>
    </dgm:pt>
    <dgm:pt modelId="{9651440E-72B7-4782-A744-949BBD324EC6}" type="pres">
      <dgm:prSet presAssocID="{CD6B14F7-9B31-45D7-94CE-3688728B2251}" presName="level2hierChild" presStyleCnt="0"/>
      <dgm:spPr/>
    </dgm:pt>
  </dgm:ptLst>
  <dgm:cxnLst>
    <dgm:cxn modelId="{FAADDA13-C85D-4DE2-8F9A-C2A2BEB91FFD}" srcId="{FFA116EA-088C-42B1-BAE2-2621F7DB07FE}" destId="{ECA3B9E8-4A57-499F-A99E-8EAF0B5C5125}" srcOrd="1" destOrd="0" parTransId="{0A891FA8-8780-41EB-B2D4-4E6203FDD495}" sibTransId="{4FB182C9-13A8-4DE1-B7A6-176C7DA7AF89}"/>
    <dgm:cxn modelId="{C3FB2A40-309E-450D-B62C-5C22DA941E33}" type="presOf" srcId="{6DF83C30-2276-4C7F-89FC-062A4F650D51}" destId="{7124AF44-3D82-433E-AAC2-18134B38973D}" srcOrd="0" destOrd="0" presId="urn:microsoft.com/office/officeart/2005/8/layout/hierarchy2"/>
    <dgm:cxn modelId="{05AFAA44-2CD9-46B9-B6B6-B9DF42890F7D}" srcId="{E95A7687-E43E-484F-BA35-2A4E01641AC9}" destId="{6DF83C30-2276-4C7F-89FC-062A4F650D51}" srcOrd="1" destOrd="0" parTransId="{C93C2E22-71A9-4E1D-9EA9-71FFAC5B632E}" sibTransId="{EA2A96A6-6F59-45C1-B41C-CD68692BE3BB}"/>
    <dgm:cxn modelId="{EA4A636F-1EFB-47A4-BAD5-8791603F51C6}" type="presOf" srcId="{D06ACD7A-70E0-48F0-AA1E-4D3B7607DA09}" destId="{339F3636-0226-420D-99EA-87DA99ECE616}" srcOrd="1" destOrd="0" presId="urn:microsoft.com/office/officeart/2005/8/layout/hierarchy2"/>
    <dgm:cxn modelId="{E6468F74-67C2-4993-97E7-48E5DFEC362D}" srcId="{FFA116EA-088C-42B1-BAE2-2621F7DB07FE}" destId="{CD6B14F7-9B31-45D7-94CE-3688728B2251}" srcOrd="2" destOrd="0" parTransId="{54753DAE-FEC9-4C5D-8B72-08AA3F0D2E01}" sibTransId="{89C9E82C-C029-459C-B124-5577845C525B}"/>
    <dgm:cxn modelId="{56FAA97B-9102-41F7-9060-15FB821AF016}" type="presOf" srcId="{CD6B14F7-9B31-45D7-94CE-3688728B2251}" destId="{3AE78100-3FD5-4B4A-AAAA-5EFF79F3078C}" srcOrd="0" destOrd="0" presId="urn:microsoft.com/office/officeart/2005/8/layout/hierarchy2"/>
    <dgm:cxn modelId="{37F9DF8D-046B-4B86-A890-E77A2BE2E885}" type="presOf" srcId="{ECA3B9E8-4A57-499F-A99E-8EAF0B5C5125}" destId="{DF95AEC9-6E0A-4850-884B-0E2013C227FC}" srcOrd="0" destOrd="0" presId="urn:microsoft.com/office/officeart/2005/8/layout/hierarchy2"/>
    <dgm:cxn modelId="{093D2498-88F7-49C2-9AC6-34B79FF221EF}" type="presOf" srcId="{FFA116EA-088C-42B1-BAE2-2621F7DB07FE}" destId="{CC425B80-9AD4-4018-97D8-ABA938E29216}" srcOrd="0" destOrd="0" presId="urn:microsoft.com/office/officeart/2005/8/layout/hierarchy2"/>
    <dgm:cxn modelId="{2DFA9C9E-5DB5-4D59-8ABC-536CF4DD30FF}" type="presOf" srcId="{C93C2E22-71A9-4E1D-9EA9-71FFAC5B632E}" destId="{BEA543FA-1C7D-46C9-BA64-038AAFED814B}" srcOrd="0" destOrd="0" presId="urn:microsoft.com/office/officeart/2005/8/layout/hierarchy2"/>
    <dgm:cxn modelId="{D41960A6-FE75-46F4-AB0B-755A26BEFE1E}" type="presOf" srcId="{D06ACD7A-70E0-48F0-AA1E-4D3B7607DA09}" destId="{F78EFC90-FA91-4C13-9252-3EEE789951C7}" srcOrd="0" destOrd="0" presId="urn:microsoft.com/office/officeart/2005/8/layout/hierarchy2"/>
    <dgm:cxn modelId="{28C369A8-4E27-4542-AE5C-0E7B340FCB6E}" type="presOf" srcId="{C93C2E22-71A9-4E1D-9EA9-71FFAC5B632E}" destId="{E7EC92A7-2D2A-4246-8DED-B00CABA832BB}" srcOrd="1" destOrd="0" presId="urn:microsoft.com/office/officeart/2005/8/layout/hierarchy2"/>
    <dgm:cxn modelId="{CFAD0BAC-4EF0-4796-871C-E99A34B86190}" srcId="{E95A7687-E43E-484F-BA35-2A4E01641AC9}" destId="{D7E506B1-C864-41B1-86BC-8E11783BFF53}" srcOrd="0" destOrd="0" parTransId="{D06ACD7A-70E0-48F0-AA1E-4D3B7607DA09}" sibTransId="{A37715DA-E39A-46FC-BBE4-5F676454CD0D}"/>
    <dgm:cxn modelId="{040103B3-4FA1-4018-A6C4-B7A921141BBC}" srcId="{FFA116EA-088C-42B1-BAE2-2621F7DB07FE}" destId="{E95A7687-E43E-484F-BA35-2A4E01641AC9}" srcOrd="0" destOrd="0" parTransId="{5607780F-35FE-4A84-9D35-7886DC53D5C1}" sibTransId="{B1840FB6-96B1-4BD6-802C-F0B956162166}"/>
    <dgm:cxn modelId="{ACD00FB6-FA4A-44C4-84B4-4FE992E3DC0C}" type="presOf" srcId="{D7E506B1-C864-41B1-86BC-8E11783BFF53}" destId="{77CCFF8F-BDA1-4050-88A0-4BFC45853BFB}" srcOrd="0" destOrd="0" presId="urn:microsoft.com/office/officeart/2005/8/layout/hierarchy2"/>
    <dgm:cxn modelId="{E508B5FB-1623-440A-88B2-16CDE44A4C8F}" type="presOf" srcId="{E95A7687-E43E-484F-BA35-2A4E01641AC9}" destId="{3FE7E035-37D6-4E67-A808-5383DD93D958}" srcOrd="0" destOrd="0" presId="urn:microsoft.com/office/officeart/2005/8/layout/hierarchy2"/>
    <dgm:cxn modelId="{D5248A93-35C1-4E52-9957-44F22331BA76}" type="presParOf" srcId="{CC425B80-9AD4-4018-97D8-ABA938E29216}" destId="{3FBC7084-DEFA-4A74-9720-F4891A3235A2}" srcOrd="0" destOrd="0" presId="urn:microsoft.com/office/officeart/2005/8/layout/hierarchy2"/>
    <dgm:cxn modelId="{D6442974-61BD-407F-B661-66CA7DD5AFA6}" type="presParOf" srcId="{3FBC7084-DEFA-4A74-9720-F4891A3235A2}" destId="{3FE7E035-37D6-4E67-A808-5383DD93D958}" srcOrd="0" destOrd="0" presId="urn:microsoft.com/office/officeart/2005/8/layout/hierarchy2"/>
    <dgm:cxn modelId="{35B786AC-D1A0-44B6-A64C-4A18F1A7EBA6}" type="presParOf" srcId="{3FBC7084-DEFA-4A74-9720-F4891A3235A2}" destId="{F958CF3C-BA57-4040-8812-FC67B3C7F547}" srcOrd="1" destOrd="0" presId="urn:microsoft.com/office/officeart/2005/8/layout/hierarchy2"/>
    <dgm:cxn modelId="{2CB4DDC9-EEA3-4BA6-92FB-C7F7B5FE8D23}" type="presParOf" srcId="{F958CF3C-BA57-4040-8812-FC67B3C7F547}" destId="{F78EFC90-FA91-4C13-9252-3EEE789951C7}" srcOrd="0" destOrd="0" presId="urn:microsoft.com/office/officeart/2005/8/layout/hierarchy2"/>
    <dgm:cxn modelId="{19915620-2FA6-477D-B337-A1ABACCDFCF0}" type="presParOf" srcId="{F78EFC90-FA91-4C13-9252-3EEE789951C7}" destId="{339F3636-0226-420D-99EA-87DA99ECE616}" srcOrd="0" destOrd="0" presId="urn:microsoft.com/office/officeart/2005/8/layout/hierarchy2"/>
    <dgm:cxn modelId="{A747D110-72B8-4BB9-9E5B-590BF85A462D}" type="presParOf" srcId="{F958CF3C-BA57-4040-8812-FC67B3C7F547}" destId="{CC365568-B3AF-480A-9760-F9D652B11298}" srcOrd="1" destOrd="0" presId="urn:microsoft.com/office/officeart/2005/8/layout/hierarchy2"/>
    <dgm:cxn modelId="{E77AB6EC-F4BC-4148-B195-9CE0E39F3B80}" type="presParOf" srcId="{CC365568-B3AF-480A-9760-F9D652B11298}" destId="{77CCFF8F-BDA1-4050-88A0-4BFC45853BFB}" srcOrd="0" destOrd="0" presId="urn:microsoft.com/office/officeart/2005/8/layout/hierarchy2"/>
    <dgm:cxn modelId="{CAC932BD-E166-4F59-93D2-73356D09BB3E}" type="presParOf" srcId="{CC365568-B3AF-480A-9760-F9D652B11298}" destId="{65C12945-9631-4BCC-904B-ADDA22470D64}" srcOrd="1" destOrd="0" presId="urn:microsoft.com/office/officeart/2005/8/layout/hierarchy2"/>
    <dgm:cxn modelId="{B5CB023F-0AA8-458D-97B9-589B04564A82}" type="presParOf" srcId="{F958CF3C-BA57-4040-8812-FC67B3C7F547}" destId="{BEA543FA-1C7D-46C9-BA64-038AAFED814B}" srcOrd="2" destOrd="0" presId="urn:microsoft.com/office/officeart/2005/8/layout/hierarchy2"/>
    <dgm:cxn modelId="{D2EB2BB7-E656-43E3-95C8-BBF9EB1DC7FE}" type="presParOf" srcId="{BEA543FA-1C7D-46C9-BA64-038AAFED814B}" destId="{E7EC92A7-2D2A-4246-8DED-B00CABA832BB}" srcOrd="0" destOrd="0" presId="urn:microsoft.com/office/officeart/2005/8/layout/hierarchy2"/>
    <dgm:cxn modelId="{8AB8CBBD-98D6-4DF9-BBCA-8EE1974FEAA6}" type="presParOf" srcId="{F958CF3C-BA57-4040-8812-FC67B3C7F547}" destId="{1CBCAAC8-B755-4179-84D3-B38BC6D1EE15}" srcOrd="3" destOrd="0" presId="urn:microsoft.com/office/officeart/2005/8/layout/hierarchy2"/>
    <dgm:cxn modelId="{2357CCFB-2201-4B51-B283-E471E9F0EFC1}" type="presParOf" srcId="{1CBCAAC8-B755-4179-84D3-B38BC6D1EE15}" destId="{7124AF44-3D82-433E-AAC2-18134B38973D}" srcOrd="0" destOrd="0" presId="urn:microsoft.com/office/officeart/2005/8/layout/hierarchy2"/>
    <dgm:cxn modelId="{557754D0-877F-41D6-8934-4BB5A735042C}" type="presParOf" srcId="{1CBCAAC8-B755-4179-84D3-B38BC6D1EE15}" destId="{2D86DCB9-23DF-4064-8BCD-40D415F3E5AA}" srcOrd="1" destOrd="0" presId="urn:microsoft.com/office/officeart/2005/8/layout/hierarchy2"/>
    <dgm:cxn modelId="{AAC27A5D-CF32-4A7D-9999-3466B0D71D82}" type="presParOf" srcId="{CC425B80-9AD4-4018-97D8-ABA938E29216}" destId="{092CB08A-A222-467F-8000-19F5AA35162F}" srcOrd="1" destOrd="0" presId="urn:microsoft.com/office/officeart/2005/8/layout/hierarchy2"/>
    <dgm:cxn modelId="{9E9AB05E-D62D-4E3D-B2C3-6A7B550708D0}" type="presParOf" srcId="{092CB08A-A222-467F-8000-19F5AA35162F}" destId="{DF95AEC9-6E0A-4850-884B-0E2013C227FC}" srcOrd="0" destOrd="0" presId="urn:microsoft.com/office/officeart/2005/8/layout/hierarchy2"/>
    <dgm:cxn modelId="{A3958D4A-F30C-47D1-9B9D-ACD5FAC41E0C}" type="presParOf" srcId="{092CB08A-A222-467F-8000-19F5AA35162F}" destId="{75946E27-B073-4803-B500-5785FC3B5A99}" srcOrd="1" destOrd="0" presId="urn:microsoft.com/office/officeart/2005/8/layout/hierarchy2"/>
    <dgm:cxn modelId="{0DDBDFE0-1828-4064-B830-1C2D6CBCB995}" type="presParOf" srcId="{CC425B80-9AD4-4018-97D8-ABA938E29216}" destId="{94CF176D-5C34-428B-9FCB-72934035E6AF}" srcOrd="2" destOrd="0" presId="urn:microsoft.com/office/officeart/2005/8/layout/hierarchy2"/>
    <dgm:cxn modelId="{F8C3114B-D284-404A-BE38-08FB02B80472}" type="presParOf" srcId="{94CF176D-5C34-428B-9FCB-72934035E6AF}" destId="{3AE78100-3FD5-4B4A-AAAA-5EFF79F3078C}" srcOrd="0" destOrd="0" presId="urn:microsoft.com/office/officeart/2005/8/layout/hierarchy2"/>
    <dgm:cxn modelId="{8EA74625-48B4-4273-8B55-47D02287D1BF}" type="presParOf" srcId="{94CF176D-5C34-428B-9FCB-72934035E6AF}" destId="{9651440E-72B7-4782-A744-949BBD324EC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E37174-3476-4E79-AD32-DBC469055F6C}" type="doc">
      <dgm:prSet loTypeId="urn:microsoft.com/office/officeart/2005/8/layout/hierarchy2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BC3386E-A73D-4AC0-9FA6-D6A194908F1F}">
      <dgm:prSet/>
      <dgm:spPr/>
      <dgm:t>
        <a:bodyPr/>
        <a:lstStyle/>
        <a:p>
          <a:r>
            <a:rPr lang="en-GB"/>
            <a:t>Alle Anweisungen in GEMINI.md</a:t>
          </a:r>
          <a:endParaRPr lang="en-US"/>
        </a:p>
      </dgm:t>
    </dgm:pt>
    <dgm:pt modelId="{22FD1610-40CA-4D88-A44B-8CBB1C97E9A6}" type="parTrans" cxnId="{1CFBB5BF-6B2D-4EB2-92C4-E463095CCA46}">
      <dgm:prSet/>
      <dgm:spPr/>
      <dgm:t>
        <a:bodyPr/>
        <a:lstStyle/>
        <a:p>
          <a:endParaRPr lang="en-US"/>
        </a:p>
      </dgm:t>
    </dgm:pt>
    <dgm:pt modelId="{89F1B2E7-A9C5-4146-A2A7-09C1FDFF571B}" type="sibTrans" cxnId="{1CFBB5BF-6B2D-4EB2-92C4-E463095CCA46}">
      <dgm:prSet/>
      <dgm:spPr/>
      <dgm:t>
        <a:bodyPr/>
        <a:lstStyle/>
        <a:p>
          <a:endParaRPr lang="en-US"/>
        </a:p>
      </dgm:t>
    </dgm:pt>
    <dgm:pt modelId="{5C9C3FAF-FF72-45A2-95CB-E680E5E72BE2}">
      <dgm:prSet/>
      <dgm:spPr/>
      <dgm:t>
        <a:bodyPr/>
        <a:lstStyle/>
        <a:p>
          <a:r>
            <a:rPr lang="en-GB"/>
            <a:t>Alles KI machen lassen</a:t>
          </a:r>
          <a:endParaRPr lang="en-US"/>
        </a:p>
      </dgm:t>
    </dgm:pt>
    <dgm:pt modelId="{05FAD4C9-0D34-4D49-9CE7-C5A669B1CF2F}" type="parTrans" cxnId="{C08BE074-9214-4BA0-B143-974753EEC529}">
      <dgm:prSet/>
      <dgm:spPr/>
      <dgm:t>
        <a:bodyPr/>
        <a:lstStyle/>
        <a:p>
          <a:endParaRPr lang="en-US"/>
        </a:p>
      </dgm:t>
    </dgm:pt>
    <dgm:pt modelId="{245C0450-4D31-49B1-B65D-1C37FBDD3859}" type="sibTrans" cxnId="{C08BE074-9214-4BA0-B143-974753EEC529}">
      <dgm:prSet/>
      <dgm:spPr/>
      <dgm:t>
        <a:bodyPr/>
        <a:lstStyle/>
        <a:p>
          <a:endParaRPr lang="en-US"/>
        </a:p>
      </dgm:t>
    </dgm:pt>
    <dgm:pt modelId="{B1C92A92-B05B-4161-8E0E-E8DA283BD462}">
      <dgm:prSet/>
      <dgm:spPr/>
      <dgm:t>
        <a:bodyPr/>
        <a:lstStyle/>
        <a:p>
          <a:r>
            <a:rPr lang="en-GB"/>
            <a:t>Plan erstellen</a:t>
          </a:r>
          <a:endParaRPr lang="en-US"/>
        </a:p>
      </dgm:t>
    </dgm:pt>
    <dgm:pt modelId="{21AB0B6C-D310-401F-9B96-67B7070B9DAD}" type="parTrans" cxnId="{2CC27159-42E3-4CD6-AAB1-E2D3A7FEE9CF}">
      <dgm:prSet/>
      <dgm:spPr/>
      <dgm:t>
        <a:bodyPr/>
        <a:lstStyle/>
        <a:p>
          <a:endParaRPr lang="en-US"/>
        </a:p>
      </dgm:t>
    </dgm:pt>
    <dgm:pt modelId="{AE8CF0E7-803E-4261-82CD-26E7A457D781}" type="sibTrans" cxnId="{2CC27159-42E3-4CD6-AAB1-E2D3A7FEE9CF}">
      <dgm:prSet/>
      <dgm:spPr/>
      <dgm:t>
        <a:bodyPr/>
        <a:lstStyle/>
        <a:p>
          <a:endParaRPr lang="en-US"/>
        </a:p>
      </dgm:t>
    </dgm:pt>
    <dgm:pt modelId="{6D8ED2B9-6396-436F-B9E5-38BD7EBDCDC0}">
      <dgm:prSet/>
      <dgm:spPr/>
      <dgm:t>
        <a:bodyPr/>
        <a:lstStyle/>
        <a:p>
          <a:r>
            <a:rPr lang="en-GB"/>
            <a:t>Plan abarbeiten</a:t>
          </a:r>
          <a:endParaRPr lang="en-US"/>
        </a:p>
      </dgm:t>
    </dgm:pt>
    <dgm:pt modelId="{E6B229D6-71FB-4705-A52F-293EFD93BF70}" type="parTrans" cxnId="{B3991518-5311-4DC8-8998-5F6710131CC6}">
      <dgm:prSet/>
      <dgm:spPr/>
      <dgm:t>
        <a:bodyPr/>
        <a:lstStyle/>
        <a:p>
          <a:endParaRPr lang="en-US"/>
        </a:p>
      </dgm:t>
    </dgm:pt>
    <dgm:pt modelId="{80C6BFB4-BA56-46A0-AE7A-2DAED51A3F55}" type="sibTrans" cxnId="{B3991518-5311-4DC8-8998-5F6710131CC6}">
      <dgm:prSet/>
      <dgm:spPr/>
      <dgm:t>
        <a:bodyPr/>
        <a:lstStyle/>
        <a:p>
          <a:endParaRPr lang="en-US"/>
        </a:p>
      </dgm:t>
    </dgm:pt>
    <dgm:pt modelId="{6992A5F5-F18C-4F01-B678-E5CF7D85A711}" type="pres">
      <dgm:prSet presAssocID="{F0E37174-3476-4E79-AD32-DBC469055F6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BFB5A92-9142-416E-874C-FCAAA379B82F}" type="pres">
      <dgm:prSet presAssocID="{7BC3386E-A73D-4AC0-9FA6-D6A194908F1F}" presName="root1" presStyleCnt="0"/>
      <dgm:spPr/>
    </dgm:pt>
    <dgm:pt modelId="{DCBFAA14-396D-46D8-B2C9-2B415364EA28}" type="pres">
      <dgm:prSet presAssocID="{7BC3386E-A73D-4AC0-9FA6-D6A194908F1F}" presName="LevelOneTextNode" presStyleLbl="node0" presStyleIdx="0" presStyleCnt="2">
        <dgm:presLayoutVars>
          <dgm:chPref val="3"/>
        </dgm:presLayoutVars>
      </dgm:prSet>
      <dgm:spPr/>
    </dgm:pt>
    <dgm:pt modelId="{24F44D5E-60D6-44E5-ADE1-BB19209A7BFD}" type="pres">
      <dgm:prSet presAssocID="{7BC3386E-A73D-4AC0-9FA6-D6A194908F1F}" presName="level2hierChild" presStyleCnt="0"/>
      <dgm:spPr/>
    </dgm:pt>
    <dgm:pt modelId="{CC7745DC-58C3-47E4-9FE7-0182DE18EE83}" type="pres">
      <dgm:prSet presAssocID="{5C9C3FAF-FF72-45A2-95CB-E680E5E72BE2}" presName="root1" presStyleCnt="0"/>
      <dgm:spPr/>
    </dgm:pt>
    <dgm:pt modelId="{3042D21A-E347-4563-AAAE-2CC3693BC24B}" type="pres">
      <dgm:prSet presAssocID="{5C9C3FAF-FF72-45A2-95CB-E680E5E72BE2}" presName="LevelOneTextNode" presStyleLbl="node0" presStyleIdx="1" presStyleCnt="2">
        <dgm:presLayoutVars>
          <dgm:chPref val="3"/>
        </dgm:presLayoutVars>
      </dgm:prSet>
      <dgm:spPr/>
    </dgm:pt>
    <dgm:pt modelId="{00C902A4-C531-40B1-AA5A-C2C30B4EC8A8}" type="pres">
      <dgm:prSet presAssocID="{5C9C3FAF-FF72-45A2-95CB-E680E5E72BE2}" presName="level2hierChild" presStyleCnt="0"/>
      <dgm:spPr/>
    </dgm:pt>
    <dgm:pt modelId="{F25F8B73-4E2C-4D32-AAE8-92F94D03B123}" type="pres">
      <dgm:prSet presAssocID="{21AB0B6C-D310-401F-9B96-67B7070B9DAD}" presName="conn2-1" presStyleLbl="parChTrans1D2" presStyleIdx="0" presStyleCnt="2"/>
      <dgm:spPr/>
    </dgm:pt>
    <dgm:pt modelId="{0414E8AA-570C-4D61-9F26-EF6D620B0844}" type="pres">
      <dgm:prSet presAssocID="{21AB0B6C-D310-401F-9B96-67B7070B9DAD}" presName="connTx" presStyleLbl="parChTrans1D2" presStyleIdx="0" presStyleCnt="2"/>
      <dgm:spPr/>
    </dgm:pt>
    <dgm:pt modelId="{887520C3-7173-419F-8CBB-A7856456297D}" type="pres">
      <dgm:prSet presAssocID="{B1C92A92-B05B-4161-8E0E-E8DA283BD462}" presName="root2" presStyleCnt="0"/>
      <dgm:spPr/>
    </dgm:pt>
    <dgm:pt modelId="{00B2DDEA-A17E-4D61-80AF-F1B1CF3EF5DA}" type="pres">
      <dgm:prSet presAssocID="{B1C92A92-B05B-4161-8E0E-E8DA283BD462}" presName="LevelTwoTextNode" presStyleLbl="node2" presStyleIdx="0" presStyleCnt="2">
        <dgm:presLayoutVars>
          <dgm:chPref val="3"/>
        </dgm:presLayoutVars>
      </dgm:prSet>
      <dgm:spPr/>
    </dgm:pt>
    <dgm:pt modelId="{19DA3053-655C-4FA8-B6BE-934BC64CC2F2}" type="pres">
      <dgm:prSet presAssocID="{B1C92A92-B05B-4161-8E0E-E8DA283BD462}" presName="level3hierChild" presStyleCnt="0"/>
      <dgm:spPr/>
    </dgm:pt>
    <dgm:pt modelId="{4ED55498-2CD9-4217-8979-A309F906B0E1}" type="pres">
      <dgm:prSet presAssocID="{E6B229D6-71FB-4705-A52F-293EFD93BF70}" presName="conn2-1" presStyleLbl="parChTrans1D2" presStyleIdx="1" presStyleCnt="2"/>
      <dgm:spPr/>
    </dgm:pt>
    <dgm:pt modelId="{AA3685E3-665F-4D21-9EE8-777DCEF40341}" type="pres">
      <dgm:prSet presAssocID="{E6B229D6-71FB-4705-A52F-293EFD93BF70}" presName="connTx" presStyleLbl="parChTrans1D2" presStyleIdx="1" presStyleCnt="2"/>
      <dgm:spPr/>
    </dgm:pt>
    <dgm:pt modelId="{A1344F50-A9CC-430A-8042-83A65FC600C8}" type="pres">
      <dgm:prSet presAssocID="{6D8ED2B9-6396-436F-B9E5-38BD7EBDCDC0}" presName="root2" presStyleCnt="0"/>
      <dgm:spPr/>
    </dgm:pt>
    <dgm:pt modelId="{C3E1C489-4BB8-499C-BC59-10D68D296633}" type="pres">
      <dgm:prSet presAssocID="{6D8ED2B9-6396-436F-B9E5-38BD7EBDCDC0}" presName="LevelTwoTextNode" presStyleLbl="node2" presStyleIdx="1" presStyleCnt="2">
        <dgm:presLayoutVars>
          <dgm:chPref val="3"/>
        </dgm:presLayoutVars>
      </dgm:prSet>
      <dgm:spPr/>
    </dgm:pt>
    <dgm:pt modelId="{169727EE-3424-4E48-A7ED-57C139DC2B6B}" type="pres">
      <dgm:prSet presAssocID="{6D8ED2B9-6396-436F-B9E5-38BD7EBDCDC0}" presName="level3hierChild" presStyleCnt="0"/>
      <dgm:spPr/>
    </dgm:pt>
  </dgm:ptLst>
  <dgm:cxnLst>
    <dgm:cxn modelId="{B3991518-5311-4DC8-8998-5F6710131CC6}" srcId="{5C9C3FAF-FF72-45A2-95CB-E680E5E72BE2}" destId="{6D8ED2B9-6396-436F-B9E5-38BD7EBDCDC0}" srcOrd="1" destOrd="0" parTransId="{E6B229D6-71FB-4705-A52F-293EFD93BF70}" sibTransId="{80C6BFB4-BA56-46A0-AE7A-2DAED51A3F55}"/>
    <dgm:cxn modelId="{BE10B634-E173-4047-B760-F7DE0325D521}" type="presOf" srcId="{7BC3386E-A73D-4AC0-9FA6-D6A194908F1F}" destId="{DCBFAA14-396D-46D8-B2C9-2B415364EA28}" srcOrd="0" destOrd="0" presId="urn:microsoft.com/office/officeart/2005/8/layout/hierarchy2"/>
    <dgm:cxn modelId="{CB396038-84FE-4183-9B7C-A7B6D7857C17}" type="presOf" srcId="{21AB0B6C-D310-401F-9B96-67B7070B9DAD}" destId="{0414E8AA-570C-4D61-9F26-EF6D620B0844}" srcOrd="1" destOrd="0" presId="urn:microsoft.com/office/officeart/2005/8/layout/hierarchy2"/>
    <dgm:cxn modelId="{A675D744-ACB0-4405-A57D-37CD8A1C43E4}" type="presOf" srcId="{B1C92A92-B05B-4161-8E0E-E8DA283BD462}" destId="{00B2DDEA-A17E-4D61-80AF-F1B1CF3EF5DA}" srcOrd="0" destOrd="0" presId="urn:microsoft.com/office/officeart/2005/8/layout/hierarchy2"/>
    <dgm:cxn modelId="{C08BE074-9214-4BA0-B143-974753EEC529}" srcId="{F0E37174-3476-4E79-AD32-DBC469055F6C}" destId="{5C9C3FAF-FF72-45A2-95CB-E680E5E72BE2}" srcOrd="1" destOrd="0" parTransId="{05FAD4C9-0D34-4D49-9CE7-C5A669B1CF2F}" sibTransId="{245C0450-4D31-49B1-B65D-1C37FBDD3859}"/>
    <dgm:cxn modelId="{2CC27159-42E3-4CD6-AAB1-E2D3A7FEE9CF}" srcId="{5C9C3FAF-FF72-45A2-95CB-E680E5E72BE2}" destId="{B1C92A92-B05B-4161-8E0E-E8DA283BD462}" srcOrd="0" destOrd="0" parTransId="{21AB0B6C-D310-401F-9B96-67B7070B9DAD}" sibTransId="{AE8CF0E7-803E-4261-82CD-26E7A457D781}"/>
    <dgm:cxn modelId="{A929D29C-B1BC-40F5-B2A3-3E6F57E593FD}" type="presOf" srcId="{E6B229D6-71FB-4705-A52F-293EFD93BF70}" destId="{4ED55498-2CD9-4217-8979-A309F906B0E1}" srcOrd="0" destOrd="0" presId="urn:microsoft.com/office/officeart/2005/8/layout/hierarchy2"/>
    <dgm:cxn modelId="{F35C869E-246A-4BF2-B54B-3500FC2E94FE}" type="presOf" srcId="{E6B229D6-71FB-4705-A52F-293EFD93BF70}" destId="{AA3685E3-665F-4D21-9EE8-777DCEF40341}" srcOrd="1" destOrd="0" presId="urn:microsoft.com/office/officeart/2005/8/layout/hierarchy2"/>
    <dgm:cxn modelId="{D7B434A9-8274-4054-9A6C-447A65B92EF6}" type="presOf" srcId="{F0E37174-3476-4E79-AD32-DBC469055F6C}" destId="{6992A5F5-F18C-4F01-B678-E5CF7D85A711}" srcOrd="0" destOrd="0" presId="urn:microsoft.com/office/officeart/2005/8/layout/hierarchy2"/>
    <dgm:cxn modelId="{E95428B3-3DAB-40ED-959A-EC14FF83CD13}" type="presOf" srcId="{6D8ED2B9-6396-436F-B9E5-38BD7EBDCDC0}" destId="{C3E1C489-4BB8-499C-BC59-10D68D296633}" srcOrd="0" destOrd="0" presId="urn:microsoft.com/office/officeart/2005/8/layout/hierarchy2"/>
    <dgm:cxn modelId="{678DE6B8-7E38-4D2C-A209-98C0D94684D5}" type="presOf" srcId="{5C9C3FAF-FF72-45A2-95CB-E680E5E72BE2}" destId="{3042D21A-E347-4563-AAAE-2CC3693BC24B}" srcOrd="0" destOrd="0" presId="urn:microsoft.com/office/officeart/2005/8/layout/hierarchy2"/>
    <dgm:cxn modelId="{1CFBB5BF-6B2D-4EB2-92C4-E463095CCA46}" srcId="{F0E37174-3476-4E79-AD32-DBC469055F6C}" destId="{7BC3386E-A73D-4AC0-9FA6-D6A194908F1F}" srcOrd="0" destOrd="0" parTransId="{22FD1610-40CA-4D88-A44B-8CBB1C97E9A6}" sibTransId="{89F1B2E7-A9C5-4146-A2A7-09C1FDFF571B}"/>
    <dgm:cxn modelId="{ADC416D7-5E84-470F-B434-1A70C88CCD11}" type="presOf" srcId="{21AB0B6C-D310-401F-9B96-67B7070B9DAD}" destId="{F25F8B73-4E2C-4D32-AAE8-92F94D03B123}" srcOrd="0" destOrd="0" presId="urn:microsoft.com/office/officeart/2005/8/layout/hierarchy2"/>
    <dgm:cxn modelId="{FE69222E-3FA4-446D-925A-E503BAE532DD}" type="presParOf" srcId="{6992A5F5-F18C-4F01-B678-E5CF7D85A711}" destId="{9BFB5A92-9142-416E-874C-FCAAA379B82F}" srcOrd="0" destOrd="0" presId="urn:microsoft.com/office/officeart/2005/8/layout/hierarchy2"/>
    <dgm:cxn modelId="{5F6E16F1-7326-48E2-AD25-75F24392075A}" type="presParOf" srcId="{9BFB5A92-9142-416E-874C-FCAAA379B82F}" destId="{DCBFAA14-396D-46D8-B2C9-2B415364EA28}" srcOrd="0" destOrd="0" presId="urn:microsoft.com/office/officeart/2005/8/layout/hierarchy2"/>
    <dgm:cxn modelId="{A44D22C0-3616-4185-8A57-39FCCC64A768}" type="presParOf" srcId="{9BFB5A92-9142-416E-874C-FCAAA379B82F}" destId="{24F44D5E-60D6-44E5-ADE1-BB19209A7BFD}" srcOrd="1" destOrd="0" presId="urn:microsoft.com/office/officeart/2005/8/layout/hierarchy2"/>
    <dgm:cxn modelId="{4A27DF81-8593-46DA-92E1-000B82E6C689}" type="presParOf" srcId="{6992A5F5-F18C-4F01-B678-E5CF7D85A711}" destId="{CC7745DC-58C3-47E4-9FE7-0182DE18EE83}" srcOrd="1" destOrd="0" presId="urn:microsoft.com/office/officeart/2005/8/layout/hierarchy2"/>
    <dgm:cxn modelId="{0675C546-0A65-493C-939B-435811F884FE}" type="presParOf" srcId="{CC7745DC-58C3-47E4-9FE7-0182DE18EE83}" destId="{3042D21A-E347-4563-AAAE-2CC3693BC24B}" srcOrd="0" destOrd="0" presId="urn:microsoft.com/office/officeart/2005/8/layout/hierarchy2"/>
    <dgm:cxn modelId="{1FBFDBEA-31D0-4395-95AD-2AEC6BC8CB77}" type="presParOf" srcId="{CC7745DC-58C3-47E4-9FE7-0182DE18EE83}" destId="{00C902A4-C531-40B1-AA5A-C2C30B4EC8A8}" srcOrd="1" destOrd="0" presId="urn:microsoft.com/office/officeart/2005/8/layout/hierarchy2"/>
    <dgm:cxn modelId="{D8A903E2-522E-4795-B5DD-84888D6C9B18}" type="presParOf" srcId="{00C902A4-C531-40B1-AA5A-C2C30B4EC8A8}" destId="{F25F8B73-4E2C-4D32-AAE8-92F94D03B123}" srcOrd="0" destOrd="0" presId="urn:microsoft.com/office/officeart/2005/8/layout/hierarchy2"/>
    <dgm:cxn modelId="{4108FD98-62C1-4B11-B18C-026D8198667E}" type="presParOf" srcId="{F25F8B73-4E2C-4D32-AAE8-92F94D03B123}" destId="{0414E8AA-570C-4D61-9F26-EF6D620B0844}" srcOrd="0" destOrd="0" presId="urn:microsoft.com/office/officeart/2005/8/layout/hierarchy2"/>
    <dgm:cxn modelId="{3435CB29-6D7F-43C9-AA76-DA0CB9DD028A}" type="presParOf" srcId="{00C902A4-C531-40B1-AA5A-C2C30B4EC8A8}" destId="{887520C3-7173-419F-8CBB-A7856456297D}" srcOrd="1" destOrd="0" presId="urn:microsoft.com/office/officeart/2005/8/layout/hierarchy2"/>
    <dgm:cxn modelId="{AC447A5C-54D2-420B-B7DF-97070A7B11E4}" type="presParOf" srcId="{887520C3-7173-419F-8CBB-A7856456297D}" destId="{00B2DDEA-A17E-4D61-80AF-F1B1CF3EF5DA}" srcOrd="0" destOrd="0" presId="urn:microsoft.com/office/officeart/2005/8/layout/hierarchy2"/>
    <dgm:cxn modelId="{C042C42E-62E5-44D1-97F3-1B3C6CFF1B11}" type="presParOf" srcId="{887520C3-7173-419F-8CBB-A7856456297D}" destId="{19DA3053-655C-4FA8-B6BE-934BC64CC2F2}" srcOrd="1" destOrd="0" presId="urn:microsoft.com/office/officeart/2005/8/layout/hierarchy2"/>
    <dgm:cxn modelId="{CBE29CA0-5CD2-41DE-923D-8B6A9494A7B9}" type="presParOf" srcId="{00C902A4-C531-40B1-AA5A-C2C30B4EC8A8}" destId="{4ED55498-2CD9-4217-8979-A309F906B0E1}" srcOrd="2" destOrd="0" presId="urn:microsoft.com/office/officeart/2005/8/layout/hierarchy2"/>
    <dgm:cxn modelId="{7286CD64-C9E1-4DC0-A2EC-490B144DE199}" type="presParOf" srcId="{4ED55498-2CD9-4217-8979-A309F906B0E1}" destId="{AA3685E3-665F-4D21-9EE8-777DCEF40341}" srcOrd="0" destOrd="0" presId="urn:microsoft.com/office/officeart/2005/8/layout/hierarchy2"/>
    <dgm:cxn modelId="{D2207CDD-18F5-4F82-BA78-03218519EA13}" type="presParOf" srcId="{00C902A4-C531-40B1-AA5A-C2C30B4EC8A8}" destId="{A1344F50-A9CC-430A-8042-83A65FC600C8}" srcOrd="3" destOrd="0" presId="urn:microsoft.com/office/officeart/2005/8/layout/hierarchy2"/>
    <dgm:cxn modelId="{ED6E1F4A-BCBB-4B96-978B-EC510CCEAD4E}" type="presParOf" srcId="{A1344F50-A9CC-430A-8042-83A65FC600C8}" destId="{C3E1C489-4BB8-499C-BC59-10D68D296633}" srcOrd="0" destOrd="0" presId="urn:microsoft.com/office/officeart/2005/8/layout/hierarchy2"/>
    <dgm:cxn modelId="{716629AA-A4FF-4ED7-A516-725F92D6DF77}" type="presParOf" srcId="{A1344F50-A9CC-430A-8042-83A65FC600C8}" destId="{169727EE-3424-4E48-A7ED-57C139DC2B6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726E97-05C2-4382-860A-3B42C53A259E}" type="doc">
      <dgm:prSet loTypeId="urn:microsoft.com/office/officeart/2005/8/layout/hierarchy1" loCatId="hierarchy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D000345-7A26-4322-B5BF-923B26C4C95E}">
      <dgm:prSet/>
      <dgm:spPr/>
      <dgm:t>
        <a:bodyPr/>
        <a:lstStyle/>
        <a:p>
          <a:r>
            <a:rPr lang="en-GB"/>
            <a:t>Reifenfolge bzw. Abhängigkeiten</a:t>
          </a:r>
          <a:endParaRPr lang="en-US"/>
        </a:p>
      </dgm:t>
    </dgm:pt>
    <dgm:pt modelId="{75711C52-4C14-4897-A94E-BFADED4DB441}" type="parTrans" cxnId="{ADCE581F-6AC7-4A09-B622-0B6A4F72608B}">
      <dgm:prSet/>
      <dgm:spPr/>
      <dgm:t>
        <a:bodyPr/>
        <a:lstStyle/>
        <a:p>
          <a:endParaRPr lang="en-US"/>
        </a:p>
      </dgm:t>
    </dgm:pt>
    <dgm:pt modelId="{B29E167C-F153-41B9-80DF-672EAC939008}" type="sibTrans" cxnId="{ADCE581F-6AC7-4A09-B622-0B6A4F72608B}">
      <dgm:prSet/>
      <dgm:spPr/>
      <dgm:t>
        <a:bodyPr/>
        <a:lstStyle/>
        <a:p>
          <a:endParaRPr lang="en-US"/>
        </a:p>
      </dgm:t>
    </dgm:pt>
    <dgm:pt modelId="{9B3FA47E-32DB-4A5A-915B-DAC6BA6E754D}">
      <dgm:prSet/>
      <dgm:spPr/>
      <dgm:t>
        <a:bodyPr/>
        <a:lstStyle/>
        <a:p>
          <a:r>
            <a:rPr lang="en-GB"/>
            <a:t>Aufmerksamkeit der KI</a:t>
          </a:r>
          <a:endParaRPr lang="en-US"/>
        </a:p>
      </dgm:t>
    </dgm:pt>
    <dgm:pt modelId="{72A3B263-5964-422A-94F1-C52636CFCCEC}" type="parTrans" cxnId="{2C9B417A-875C-4274-963E-790BD8AEA2F6}">
      <dgm:prSet/>
      <dgm:spPr/>
      <dgm:t>
        <a:bodyPr/>
        <a:lstStyle/>
        <a:p>
          <a:endParaRPr lang="en-US"/>
        </a:p>
      </dgm:t>
    </dgm:pt>
    <dgm:pt modelId="{B0B435C9-9FF1-4F8B-BF70-2499F6C709E5}" type="sibTrans" cxnId="{2C9B417A-875C-4274-963E-790BD8AEA2F6}">
      <dgm:prSet/>
      <dgm:spPr/>
      <dgm:t>
        <a:bodyPr/>
        <a:lstStyle/>
        <a:p>
          <a:endParaRPr lang="en-US"/>
        </a:p>
      </dgm:t>
    </dgm:pt>
    <dgm:pt modelId="{3024B149-622C-4723-B154-39F63BFC66F6}">
      <dgm:prSet/>
      <dgm:spPr/>
      <dgm:t>
        <a:bodyPr/>
        <a:lstStyle/>
        <a:p>
          <a:r>
            <a:rPr lang="en-GB"/>
            <a:t>Der “Self-Healing” Loop</a:t>
          </a:r>
          <a:endParaRPr lang="en-US"/>
        </a:p>
      </dgm:t>
    </dgm:pt>
    <dgm:pt modelId="{61F87AA1-AE28-4BAD-9F0E-5D3AA06DE360}" type="parTrans" cxnId="{F6788C72-7158-4426-8B15-76E8C00138F0}">
      <dgm:prSet/>
      <dgm:spPr/>
      <dgm:t>
        <a:bodyPr/>
        <a:lstStyle/>
        <a:p>
          <a:endParaRPr lang="en-US"/>
        </a:p>
      </dgm:t>
    </dgm:pt>
    <dgm:pt modelId="{A43273E7-4260-48DC-A92A-89F3AD169091}" type="sibTrans" cxnId="{F6788C72-7158-4426-8B15-76E8C00138F0}">
      <dgm:prSet/>
      <dgm:spPr/>
      <dgm:t>
        <a:bodyPr/>
        <a:lstStyle/>
        <a:p>
          <a:endParaRPr lang="en-US"/>
        </a:p>
      </dgm:t>
    </dgm:pt>
    <dgm:pt modelId="{87CED0A4-83E8-44B4-A95C-DF6DED60D273}">
      <dgm:prSet/>
      <dgm:spPr/>
      <dgm:t>
        <a:bodyPr/>
        <a:lstStyle/>
        <a:p>
          <a:r>
            <a:rPr lang="en-GB"/>
            <a:t>Fortsetzbarkeit</a:t>
          </a:r>
          <a:endParaRPr lang="en-US"/>
        </a:p>
      </dgm:t>
    </dgm:pt>
    <dgm:pt modelId="{1D33F7B0-DFAC-4B5A-BEBC-3E402DE7A58E}" type="parTrans" cxnId="{CFC3DE89-324A-41B9-B336-F939E05A9708}">
      <dgm:prSet/>
      <dgm:spPr/>
      <dgm:t>
        <a:bodyPr/>
        <a:lstStyle/>
        <a:p>
          <a:endParaRPr lang="en-US"/>
        </a:p>
      </dgm:t>
    </dgm:pt>
    <dgm:pt modelId="{E19B5D1E-BDF8-4D00-9F59-4EFD4F1ABF40}" type="sibTrans" cxnId="{CFC3DE89-324A-41B9-B336-F939E05A9708}">
      <dgm:prSet/>
      <dgm:spPr/>
      <dgm:t>
        <a:bodyPr/>
        <a:lstStyle/>
        <a:p>
          <a:endParaRPr lang="en-US"/>
        </a:p>
      </dgm:t>
    </dgm:pt>
    <dgm:pt modelId="{271C8579-AD1B-4055-80B7-EB76A6D6494E}" type="pres">
      <dgm:prSet presAssocID="{7B726E97-05C2-4382-860A-3B42C53A259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2B7A08A-B883-45BA-8973-07146CF02AF8}" type="pres">
      <dgm:prSet presAssocID="{7D000345-7A26-4322-B5BF-923B26C4C95E}" presName="hierRoot1" presStyleCnt="0"/>
      <dgm:spPr/>
    </dgm:pt>
    <dgm:pt modelId="{775C79FD-B8CC-4BA7-8287-9FA9837DB8F1}" type="pres">
      <dgm:prSet presAssocID="{7D000345-7A26-4322-B5BF-923B26C4C95E}" presName="composite" presStyleCnt="0"/>
      <dgm:spPr/>
    </dgm:pt>
    <dgm:pt modelId="{1B96FF31-5B72-444A-A48D-306EEC0E299B}" type="pres">
      <dgm:prSet presAssocID="{7D000345-7A26-4322-B5BF-923B26C4C95E}" presName="background" presStyleLbl="node0" presStyleIdx="0" presStyleCnt="4"/>
      <dgm:spPr/>
    </dgm:pt>
    <dgm:pt modelId="{413DA44D-D7EF-4FD0-BCDA-8749E68BCC3E}" type="pres">
      <dgm:prSet presAssocID="{7D000345-7A26-4322-B5BF-923B26C4C95E}" presName="text" presStyleLbl="fgAcc0" presStyleIdx="0" presStyleCnt="4">
        <dgm:presLayoutVars>
          <dgm:chPref val="3"/>
        </dgm:presLayoutVars>
      </dgm:prSet>
      <dgm:spPr/>
    </dgm:pt>
    <dgm:pt modelId="{341BDD31-55F4-4028-BFA0-2718AF1DCC85}" type="pres">
      <dgm:prSet presAssocID="{7D000345-7A26-4322-B5BF-923B26C4C95E}" presName="hierChild2" presStyleCnt="0"/>
      <dgm:spPr/>
    </dgm:pt>
    <dgm:pt modelId="{098B607B-9F2A-4D71-8511-0121AA3E8E90}" type="pres">
      <dgm:prSet presAssocID="{9B3FA47E-32DB-4A5A-915B-DAC6BA6E754D}" presName="hierRoot1" presStyleCnt="0"/>
      <dgm:spPr/>
    </dgm:pt>
    <dgm:pt modelId="{4BF6C404-277A-4791-B57F-6DEB89480624}" type="pres">
      <dgm:prSet presAssocID="{9B3FA47E-32DB-4A5A-915B-DAC6BA6E754D}" presName="composite" presStyleCnt="0"/>
      <dgm:spPr/>
    </dgm:pt>
    <dgm:pt modelId="{7C1587F3-8408-46F9-AE3D-506198BF45A0}" type="pres">
      <dgm:prSet presAssocID="{9B3FA47E-32DB-4A5A-915B-DAC6BA6E754D}" presName="background" presStyleLbl="node0" presStyleIdx="1" presStyleCnt="4"/>
      <dgm:spPr/>
    </dgm:pt>
    <dgm:pt modelId="{03330562-5DE7-4C86-AB18-657F2F9E0BA5}" type="pres">
      <dgm:prSet presAssocID="{9B3FA47E-32DB-4A5A-915B-DAC6BA6E754D}" presName="text" presStyleLbl="fgAcc0" presStyleIdx="1" presStyleCnt="4">
        <dgm:presLayoutVars>
          <dgm:chPref val="3"/>
        </dgm:presLayoutVars>
      </dgm:prSet>
      <dgm:spPr/>
    </dgm:pt>
    <dgm:pt modelId="{096ABD0F-1FFC-468E-A039-B90A2024E954}" type="pres">
      <dgm:prSet presAssocID="{9B3FA47E-32DB-4A5A-915B-DAC6BA6E754D}" presName="hierChild2" presStyleCnt="0"/>
      <dgm:spPr/>
    </dgm:pt>
    <dgm:pt modelId="{70B046EF-4044-40E3-8542-98CFAAA4521F}" type="pres">
      <dgm:prSet presAssocID="{3024B149-622C-4723-B154-39F63BFC66F6}" presName="hierRoot1" presStyleCnt="0"/>
      <dgm:spPr/>
    </dgm:pt>
    <dgm:pt modelId="{AC18C9F3-61D4-48CD-93DB-2B5F43DC9B33}" type="pres">
      <dgm:prSet presAssocID="{3024B149-622C-4723-B154-39F63BFC66F6}" presName="composite" presStyleCnt="0"/>
      <dgm:spPr/>
    </dgm:pt>
    <dgm:pt modelId="{3AEB38AB-EC86-4C5E-83CA-4C3E43D4E0A5}" type="pres">
      <dgm:prSet presAssocID="{3024B149-622C-4723-B154-39F63BFC66F6}" presName="background" presStyleLbl="node0" presStyleIdx="2" presStyleCnt="4"/>
      <dgm:spPr/>
    </dgm:pt>
    <dgm:pt modelId="{BE40BFFD-B270-434B-918C-526F2359FCEE}" type="pres">
      <dgm:prSet presAssocID="{3024B149-622C-4723-B154-39F63BFC66F6}" presName="text" presStyleLbl="fgAcc0" presStyleIdx="2" presStyleCnt="4">
        <dgm:presLayoutVars>
          <dgm:chPref val="3"/>
        </dgm:presLayoutVars>
      </dgm:prSet>
      <dgm:spPr/>
    </dgm:pt>
    <dgm:pt modelId="{15CCFE99-E8C6-4EE1-901E-BEB8F972C48E}" type="pres">
      <dgm:prSet presAssocID="{3024B149-622C-4723-B154-39F63BFC66F6}" presName="hierChild2" presStyleCnt="0"/>
      <dgm:spPr/>
    </dgm:pt>
    <dgm:pt modelId="{9AF1343D-AA45-45D1-997B-14CA8FEF7D6B}" type="pres">
      <dgm:prSet presAssocID="{87CED0A4-83E8-44B4-A95C-DF6DED60D273}" presName="hierRoot1" presStyleCnt="0"/>
      <dgm:spPr/>
    </dgm:pt>
    <dgm:pt modelId="{762BF2D5-9430-4E6B-8F4B-8BEF3318C82B}" type="pres">
      <dgm:prSet presAssocID="{87CED0A4-83E8-44B4-A95C-DF6DED60D273}" presName="composite" presStyleCnt="0"/>
      <dgm:spPr/>
    </dgm:pt>
    <dgm:pt modelId="{B03DD074-35AF-41B3-AB9D-D883CDE8646D}" type="pres">
      <dgm:prSet presAssocID="{87CED0A4-83E8-44B4-A95C-DF6DED60D273}" presName="background" presStyleLbl="node0" presStyleIdx="3" presStyleCnt="4"/>
      <dgm:spPr/>
    </dgm:pt>
    <dgm:pt modelId="{BE57A6D7-2F49-4819-97D4-3D584F034CBC}" type="pres">
      <dgm:prSet presAssocID="{87CED0A4-83E8-44B4-A95C-DF6DED60D273}" presName="text" presStyleLbl="fgAcc0" presStyleIdx="3" presStyleCnt="4">
        <dgm:presLayoutVars>
          <dgm:chPref val="3"/>
        </dgm:presLayoutVars>
      </dgm:prSet>
      <dgm:spPr/>
    </dgm:pt>
    <dgm:pt modelId="{602BA708-EDDC-49F9-B12C-A8F595539A43}" type="pres">
      <dgm:prSet presAssocID="{87CED0A4-83E8-44B4-A95C-DF6DED60D273}" presName="hierChild2" presStyleCnt="0"/>
      <dgm:spPr/>
    </dgm:pt>
  </dgm:ptLst>
  <dgm:cxnLst>
    <dgm:cxn modelId="{AA5C8300-8357-4A34-807F-FCC8456D41F5}" type="presOf" srcId="{7B726E97-05C2-4382-860A-3B42C53A259E}" destId="{271C8579-AD1B-4055-80B7-EB76A6D6494E}" srcOrd="0" destOrd="0" presId="urn:microsoft.com/office/officeart/2005/8/layout/hierarchy1"/>
    <dgm:cxn modelId="{4779911B-B9CF-42FD-B3E7-B845CE9E639A}" type="presOf" srcId="{87CED0A4-83E8-44B4-A95C-DF6DED60D273}" destId="{BE57A6D7-2F49-4819-97D4-3D584F034CBC}" srcOrd="0" destOrd="0" presId="urn:microsoft.com/office/officeart/2005/8/layout/hierarchy1"/>
    <dgm:cxn modelId="{ADCE581F-6AC7-4A09-B622-0B6A4F72608B}" srcId="{7B726E97-05C2-4382-860A-3B42C53A259E}" destId="{7D000345-7A26-4322-B5BF-923B26C4C95E}" srcOrd="0" destOrd="0" parTransId="{75711C52-4C14-4897-A94E-BFADED4DB441}" sibTransId="{B29E167C-F153-41B9-80DF-672EAC939008}"/>
    <dgm:cxn modelId="{4AC30833-5F57-4D32-877E-A8318ECDAD25}" type="presOf" srcId="{9B3FA47E-32DB-4A5A-915B-DAC6BA6E754D}" destId="{03330562-5DE7-4C86-AB18-657F2F9E0BA5}" srcOrd="0" destOrd="0" presId="urn:microsoft.com/office/officeart/2005/8/layout/hierarchy1"/>
    <dgm:cxn modelId="{82847440-85D3-481D-A00D-DAE263213A2C}" type="presOf" srcId="{3024B149-622C-4723-B154-39F63BFC66F6}" destId="{BE40BFFD-B270-434B-918C-526F2359FCEE}" srcOrd="0" destOrd="0" presId="urn:microsoft.com/office/officeart/2005/8/layout/hierarchy1"/>
    <dgm:cxn modelId="{F6788C72-7158-4426-8B15-76E8C00138F0}" srcId="{7B726E97-05C2-4382-860A-3B42C53A259E}" destId="{3024B149-622C-4723-B154-39F63BFC66F6}" srcOrd="2" destOrd="0" parTransId="{61F87AA1-AE28-4BAD-9F0E-5D3AA06DE360}" sibTransId="{A43273E7-4260-48DC-A92A-89F3AD169091}"/>
    <dgm:cxn modelId="{2C9B417A-875C-4274-963E-790BD8AEA2F6}" srcId="{7B726E97-05C2-4382-860A-3B42C53A259E}" destId="{9B3FA47E-32DB-4A5A-915B-DAC6BA6E754D}" srcOrd="1" destOrd="0" parTransId="{72A3B263-5964-422A-94F1-C52636CFCCEC}" sibTransId="{B0B435C9-9FF1-4F8B-BF70-2499F6C709E5}"/>
    <dgm:cxn modelId="{CFC3DE89-324A-41B9-B336-F939E05A9708}" srcId="{7B726E97-05C2-4382-860A-3B42C53A259E}" destId="{87CED0A4-83E8-44B4-A95C-DF6DED60D273}" srcOrd="3" destOrd="0" parTransId="{1D33F7B0-DFAC-4B5A-BEBC-3E402DE7A58E}" sibTransId="{E19B5D1E-BDF8-4D00-9F59-4EFD4F1ABF40}"/>
    <dgm:cxn modelId="{133D89B5-7331-49DE-8D46-BA7CA306A6CD}" type="presOf" srcId="{7D000345-7A26-4322-B5BF-923B26C4C95E}" destId="{413DA44D-D7EF-4FD0-BCDA-8749E68BCC3E}" srcOrd="0" destOrd="0" presId="urn:microsoft.com/office/officeart/2005/8/layout/hierarchy1"/>
    <dgm:cxn modelId="{69E0D27D-1341-4440-9433-5B844811CFBA}" type="presParOf" srcId="{271C8579-AD1B-4055-80B7-EB76A6D6494E}" destId="{C2B7A08A-B883-45BA-8973-07146CF02AF8}" srcOrd="0" destOrd="0" presId="urn:microsoft.com/office/officeart/2005/8/layout/hierarchy1"/>
    <dgm:cxn modelId="{C821970C-F136-4998-BD73-861E7F73D974}" type="presParOf" srcId="{C2B7A08A-B883-45BA-8973-07146CF02AF8}" destId="{775C79FD-B8CC-4BA7-8287-9FA9837DB8F1}" srcOrd="0" destOrd="0" presId="urn:microsoft.com/office/officeart/2005/8/layout/hierarchy1"/>
    <dgm:cxn modelId="{FB900BE0-7A62-4E8B-9F9E-C67010AFCE31}" type="presParOf" srcId="{775C79FD-B8CC-4BA7-8287-9FA9837DB8F1}" destId="{1B96FF31-5B72-444A-A48D-306EEC0E299B}" srcOrd="0" destOrd="0" presId="urn:microsoft.com/office/officeart/2005/8/layout/hierarchy1"/>
    <dgm:cxn modelId="{3D5EC974-FA3E-44F5-8AAC-854AB8D0031C}" type="presParOf" srcId="{775C79FD-B8CC-4BA7-8287-9FA9837DB8F1}" destId="{413DA44D-D7EF-4FD0-BCDA-8749E68BCC3E}" srcOrd="1" destOrd="0" presId="urn:microsoft.com/office/officeart/2005/8/layout/hierarchy1"/>
    <dgm:cxn modelId="{F07D2D46-E438-4550-A60C-A65EE48CB316}" type="presParOf" srcId="{C2B7A08A-B883-45BA-8973-07146CF02AF8}" destId="{341BDD31-55F4-4028-BFA0-2718AF1DCC85}" srcOrd="1" destOrd="0" presId="urn:microsoft.com/office/officeart/2005/8/layout/hierarchy1"/>
    <dgm:cxn modelId="{CC076B15-F94D-416B-94E6-286D83970377}" type="presParOf" srcId="{271C8579-AD1B-4055-80B7-EB76A6D6494E}" destId="{098B607B-9F2A-4D71-8511-0121AA3E8E90}" srcOrd="1" destOrd="0" presId="urn:microsoft.com/office/officeart/2005/8/layout/hierarchy1"/>
    <dgm:cxn modelId="{74A659F1-B4C7-433B-B504-8EE263825E13}" type="presParOf" srcId="{098B607B-9F2A-4D71-8511-0121AA3E8E90}" destId="{4BF6C404-277A-4791-B57F-6DEB89480624}" srcOrd="0" destOrd="0" presId="urn:microsoft.com/office/officeart/2005/8/layout/hierarchy1"/>
    <dgm:cxn modelId="{1C37FA8D-AE93-4B9D-9A6F-B17CCAEE5965}" type="presParOf" srcId="{4BF6C404-277A-4791-B57F-6DEB89480624}" destId="{7C1587F3-8408-46F9-AE3D-506198BF45A0}" srcOrd="0" destOrd="0" presId="urn:microsoft.com/office/officeart/2005/8/layout/hierarchy1"/>
    <dgm:cxn modelId="{955C5DA5-CF81-4268-97B8-F08EF25413B7}" type="presParOf" srcId="{4BF6C404-277A-4791-B57F-6DEB89480624}" destId="{03330562-5DE7-4C86-AB18-657F2F9E0BA5}" srcOrd="1" destOrd="0" presId="urn:microsoft.com/office/officeart/2005/8/layout/hierarchy1"/>
    <dgm:cxn modelId="{06C75A4A-C9FD-46FD-B8AB-FEDD6D674164}" type="presParOf" srcId="{098B607B-9F2A-4D71-8511-0121AA3E8E90}" destId="{096ABD0F-1FFC-468E-A039-B90A2024E954}" srcOrd="1" destOrd="0" presId="urn:microsoft.com/office/officeart/2005/8/layout/hierarchy1"/>
    <dgm:cxn modelId="{C7AA09E3-F079-4063-8246-75C9B23FE8F7}" type="presParOf" srcId="{271C8579-AD1B-4055-80B7-EB76A6D6494E}" destId="{70B046EF-4044-40E3-8542-98CFAAA4521F}" srcOrd="2" destOrd="0" presId="urn:microsoft.com/office/officeart/2005/8/layout/hierarchy1"/>
    <dgm:cxn modelId="{FCA9611D-586D-42AA-89C1-53CEC0A9851F}" type="presParOf" srcId="{70B046EF-4044-40E3-8542-98CFAAA4521F}" destId="{AC18C9F3-61D4-48CD-93DB-2B5F43DC9B33}" srcOrd="0" destOrd="0" presId="urn:microsoft.com/office/officeart/2005/8/layout/hierarchy1"/>
    <dgm:cxn modelId="{9937C494-5627-4BF9-94CD-008702F3A377}" type="presParOf" srcId="{AC18C9F3-61D4-48CD-93DB-2B5F43DC9B33}" destId="{3AEB38AB-EC86-4C5E-83CA-4C3E43D4E0A5}" srcOrd="0" destOrd="0" presId="urn:microsoft.com/office/officeart/2005/8/layout/hierarchy1"/>
    <dgm:cxn modelId="{3B4A01FB-36D0-49A4-B877-56D1EC6205C6}" type="presParOf" srcId="{AC18C9F3-61D4-48CD-93DB-2B5F43DC9B33}" destId="{BE40BFFD-B270-434B-918C-526F2359FCEE}" srcOrd="1" destOrd="0" presId="urn:microsoft.com/office/officeart/2005/8/layout/hierarchy1"/>
    <dgm:cxn modelId="{5D2EAD1B-9016-42B5-968B-99A5C93F313F}" type="presParOf" srcId="{70B046EF-4044-40E3-8542-98CFAAA4521F}" destId="{15CCFE99-E8C6-4EE1-901E-BEB8F972C48E}" srcOrd="1" destOrd="0" presId="urn:microsoft.com/office/officeart/2005/8/layout/hierarchy1"/>
    <dgm:cxn modelId="{46F0328B-1F43-4FA7-8425-C1E47AB9854D}" type="presParOf" srcId="{271C8579-AD1B-4055-80B7-EB76A6D6494E}" destId="{9AF1343D-AA45-45D1-997B-14CA8FEF7D6B}" srcOrd="3" destOrd="0" presId="urn:microsoft.com/office/officeart/2005/8/layout/hierarchy1"/>
    <dgm:cxn modelId="{8FE5D415-47DE-434A-8DBC-CE00445C6BCC}" type="presParOf" srcId="{9AF1343D-AA45-45D1-997B-14CA8FEF7D6B}" destId="{762BF2D5-9430-4E6B-8F4B-8BEF3318C82B}" srcOrd="0" destOrd="0" presId="urn:microsoft.com/office/officeart/2005/8/layout/hierarchy1"/>
    <dgm:cxn modelId="{C3DDAD06-70CF-4DFC-8A13-2FBFFA154ABE}" type="presParOf" srcId="{762BF2D5-9430-4E6B-8F4B-8BEF3318C82B}" destId="{B03DD074-35AF-41B3-AB9D-D883CDE8646D}" srcOrd="0" destOrd="0" presId="urn:microsoft.com/office/officeart/2005/8/layout/hierarchy1"/>
    <dgm:cxn modelId="{44C2EAE4-229F-416D-BB32-691432658612}" type="presParOf" srcId="{762BF2D5-9430-4E6B-8F4B-8BEF3318C82B}" destId="{BE57A6D7-2F49-4819-97D4-3D584F034CBC}" srcOrd="1" destOrd="0" presId="urn:microsoft.com/office/officeart/2005/8/layout/hierarchy1"/>
    <dgm:cxn modelId="{5A3EB9C6-E041-4734-ACC4-A3CFAAB275A2}" type="presParOf" srcId="{9AF1343D-AA45-45D1-997B-14CA8FEF7D6B}" destId="{602BA708-EDDC-49F9-B12C-A8F595539A4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9138F3A-32E9-46E0-AEE9-E1F932F57B0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4965A41-3DAB-4AE2-85C8-26CC473517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Python Skripts erstellen</a:t>
          </a:r>
          <a:endParaRPr lang="en-US"/>
        </a:p>
      </dgm:t>
    </dgm:pt>
    <dgm:pt modelId="{2B875259-A608-4BEA-874A-176F5E9AA54F}" type="parTrans" cxnId="{B429715C-5D1A-4BD9-BE87-9E58AD293AD2}">
      <dgm:prSet/>
      <dgm:spPr/>
      <dgm:t>
        <a:bodyPr/>
        <a:lstStyle/>
        <a:p>
          <a:endParaRPr lang="en-US"/>
        </a:p>
      </dgm:t>
    </dgm:pt>
    <dgm:pt modelId="{01803638-75DB-4ABE-8B34-5EC8A1527C28}" type="sibTrans" cxnId="{B429715C-5D1A-4BD9-BE87-9E58AD293AD2}">
      <dgm:prSet/>
      <dgm:spPr/>
      <dgm:t>
        <a:bodyPr/>
        <a:lstStyle/>
        <a:p>
          <a:endParaRPr lang="en-US"/>
        </a:p>
      </dgm:t>
    </dgm:pt>
    <dgm:pt modelId="{090AB98D-193C-459A-9CB8-22D741A076F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Gemini CLI (Gemini 3.0 Pro)</a:t>
          </a:r>
          <a:endParaRPr lang="en-US"/>
        </a:p>
      </dgm:t>
    </dgm:pt>
    <dgm:pt modelId="{B1F0852D-E230-4A49-B7AA-BD705A2BB8BE}" type="parTrans" cxnId="{6001A8C2-E2D0-4E1E-9D90-E073C2F759FF}">
      <dgm:prSet/>
      <dgm:spPr/>
      <dgm:t>
        <a:bodyPr/>
        <a:lstStyle/>
        <a:p>
          <a:endParaRPr lang="en-US"/>
        </a:p>
      </dgm:t>
    </dgm:pt>
    <dgm:pt modelId="{2ED224AC-4504-4F70-99FB-19482F8EFAE4}" type="sibTrans" cxnId="{6001A8C2-E2D0-4E1E-9D90-E073C2F759FF}">
      <dgm:prSet/>
      <dgm:spPr/>
      <dgm:t>
        <a:bodyPr/>
        <a:lstStyle/>
        <a:p>
          <a:endParaRPr lang="en-US"/>
        </a:p>
      </dgm:t>
    </dgm:pt>
    <dgm:pt modelId="{B28A5B81-C4CF-424D-8596-9DFA5D2F35A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Auswertung</a:t>
          </a:r>
          <a:endParaRPr lang="en-US"/>
        </a:p>
      </dgm:t>
    </dgm:pt>
    <dgm:pt modelId="{CE64926E-9DFB-45E4-A00B-0CE9A4F2C973}" type="parTrans" cxnId="{5384706B-74D2-4520-AF1D-393C717CB47E}">
      <dgm:prSet/>
      <dgm:spPr/>
      <dgm:t>
        <a:bodyPr/>
        <a:lstStyle/>
        <a:p>
          <a:endParaRPr lang="en-US"/>
        </a:p>
      </dgm:t>
    </dgm:pt>
    <dgm:pt modelId="{89FA6B24-0E8F-43D4-840A-8910F1EA23FE}" type="sibTrans" cxnId="{5384706B-74D2-4520-AF1D-393C717CB47E}">
      <dgm:prSet/>
      <dgm:spPr/>
      <dgm:t>
        <a:bodyPr/>
        <a:lstStyle/>
        <a:p>
          <a:endParaRPr lang="en-US"/>
        </a:p>
      </dgm:t>
    </dgm:pt>
    <dgm:pt modelId="{9A255540-3D1F-44BF-B5BF-281C6AC2AFC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Gemini CLI (Gemini 3.0 Pro)</a:t>
          </a:r>
          <a:endParaRPr lang="en-US"/>
        </a:p>
      </dgm:t>
    </dgm:pt>
    <dgm:pt modelId="{FA913F13-D7E9-4FA3-B322-D6E4E4869957}" type="parTrans" cxnId="{F595EC69-1907-4271-AFE3-E41277414142}">
      <dgm:prSet/>
      <dgm:spPr/>
      <dgm:t>
        <a:bodyPr/>
        <a:lstStyle/>
        <a:p>
          <a:endParaRPr lang="en-US"/>
        </a:p>
      </dgm:t>
    </dgm:pt>
    <dgm:pt modelId="{87ABFFC8-8F42-41D6-92BD-510C4856B995}" type="sibTrans" cxnId="{F595EC69-1907-4271-AFE3-E41277414142}">
      <dgm:prSet/>
      <dgm:spPr/>
      <dgm:t>
        <a:bodyPr/>
        <a:lstStyle/>
        <a:p>
          <a:endParaRPr lang="en-US"/>
        </a:p>
      </dgm:t>
    </dgm:pt>
    <dgm:pt modelId="{9DB845E1-0E71-402A-AFBF-EA50EDFBB7F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ChatGPT</a:t>
          </a:r>
          <a:endParaRPr lang="en-US" dirty="0"/>
        </a:p>
      </dgm:t>
    </dgm:pt>
    <dgm:pt modelId="{AB3C9DB7-1F6C-4E3A-8FE8-AF3FE5B66CAD}" type="parTrans" cxnId="{8DB56CD3-F7D2-4F1A-9948-2C0577C1060E}">
      <dgm:prSet/>
      <dgm:spPr/>
      <dgm:t>
        <a:bodyPr/>
        <a:lstStyle/>
        <a:p>
          <a:endParaRPr lang="en-US"/>
        </a:p>
      </dgm:t>
    </dgm:pt>
    <dgm:pt modelId="{53ACF0E4-5F35-4DF5-B8C2-E624717063C1}" type="sibTrans" cxnId="{8DB56CD3-F7D2-4F1A-9948-2C0577C1060E}">
      <dgm:prSet/>
      <dgm:spPr/>
      <dgm:t>
        <a:bodyPr/>
        <a:lstStyle/>
        <a:p>
          <a:endParaRPr lang="en-US"/>
        </a:p>
      </dgm:t>
    </dgm:pt>
    <dgm:pt modelId="{15ECE840-68A9-45B5-9C98-70E05499F7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Manuelles Codereview</a:t>
          </a:r>
          <a:endParaRPr lang="en-US" dirty="0"/>
        </a:p>
      </dgm:t>
    </dgm:pt>
    <dgm:pt modelId="{3C6270FA-4DA0-42A2-B565-BD09FCF145DF}" type="parTrans" cxnId="{7FA78353-097A-4E9E-9CEC-4A9C7B804E0C}">
      <dgm:prSet/>
      <dgm:spPr/>
      <dgm:t>
        <a:bodyPr/>
        <a:lstStyle/>
        <a:p>
          <a:endParaRPr lang="de-AT"/>
        </a:p>
      </dgm:t>
    </dgm:pt>
    <dgm:pt modelId="{5A1A705D-E928-4CBF-B52C-FE2FE145A765}" type="sibTrans" cxnId="{7FA78353-097A-4E9E-9CEC-4A9C7B804E0C}">
      <dgm:prSet/>
      <dgm:spPr/>
      <dgm:t>
        <a:bodyPr/>
        <a:lstStyle/>
        <a:p>
          <a:endParaRPr lang="de-AT"/>
        </a:p>
      </dgm:t>
    </dgm:pt>
    <dgm:pt modelId="{09E5CCC3-4891-4EDE-9495-3C51EB8559B9}" type="pres">
      <dgm:prSet presAssocID="{B9138F3A-32E9-46E0-AEE9-E1F932F57B0F}" presName="root" presStyleCnt="0">
        <dgm:presLayoutVars>
          <dgm:dir/>
          <dgm:resizeHandles val="exact"/>
        </dgm:presLayoutVars>
      </dgm:prSet>
      <dgm:spPr/>
    </dgm:pt>
    <dgm:pt modelId="{67B90381-D330-4E8B-A7BE-62312097AB09}" type="pres">
      <dgm:prSet presAssocID="{C4965A41-3DAB-4AE2-85C8-26CC473517D3}" presName="compNode" presStyleCnt="0"/>
      <dgm:spPr/>
    </dgm:pt>
    <dgm:pt modelId="{84DDEBDC-9ED4-4C65-A8D8-2507C17F3C78}" type="pres">
      <dgm:prSet presAssocID="{C4965A41-3DAB-4AE2-85C8-26CC473517D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BD39FFC8-9701-487B-93E2-7CB8CEBF8F8B}" type="pres">
      <dgm:prSet presAssocID="{C4965A41-3DAB-4AE2-85C8-26CC473517D3}" presName="iconSpace" presStyleCnt="0"/>
      <dgm:spPr/>
    </dgm:pt>
    <dgm:pt modelId="{C40FF3E8-452B-4BA1-AF22-D54DBD931535}" type="pres">
      <dgm:prSet presAssocID="{C4965A41-3DAB-4AE2-85C8-26CC473517D3}" presName="parTx" presStyleLbl="revTx" presStyleIdx="0" presStyleCnt="4">
        <dgm:presLayoutVars>
          <dgm:chMax val="0"/>
          <dgm:chPref val="0"/>
        </dgm:presLayoutVars>
      </dgm:prSet>
      <dgm:spPr/>
    </dgm:pt>
    <dgm:pt modelId="{8757F36F-6CD1-4515-A0EC-9AE81FC365F1}" type="pres">
      <dgm:prSet presAssocID="{C4965A41-3DAB-4AE2-85C8-26CC473517D3}" presName="txSpace" presStyleCnt="0"/>
      <dgm:spPr/>
    </dgm:pt>
    <dgm:pt modelId="{273688F1-05A9-4058-861E-7719D9CE6E52}" type="pres">
      <dgm:prSet presAssocID="{C4965A41-3DAB-4AE2-85C8-26CC473517D3}" presName="desTx" presStyleLbl="revTx" presStyleIdx="1" presStyleCnt="4">
        <dgm:presLayoutVars/>
      </dgm:prSet>
      <dgm:spPr/>
    </dgm:pt>
    <dgm:pt modelId="{A629B2C9-6773-4875-9799-66E7C7357048}" type="pres">
      <dgm:prSet presAssocID="{01803638-75DB-4ABE-8B34-5EC8A1527C28}" presName="sibTrans" presStyleCnt="0"/>
      <dgm:spPr/>
    </dgm:pt>
    <dgm:pt modelId="{112DA48D-E3D3-4348-BDD8-EA1DC172AB5C}" type="pres">
      <dgm:prSet presAssocID="{B28A5B81-C4CF-424D-8596-9DFA5D2F35A5}" presName="compNode" presStyleCnt="0"/>
      <dgm:spPr/>
    </dgm:pt>
    <dgm:pt modelId="{5651A7D1-AE70-421C-8405-0BBE24667B2C}" type="pres">
      <dgm:prSet presAssocID="{B28A5B81-C4CF-424D-8596-9DFA5D2F35A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19D337C3-5DE0-4604-82BE-470D38C82E50}" type="pres">
      <dgm:prSet presAssocID="{B28A5B81-C4CF-424D-8596-9DFA5D2F35A5}" presName="iconSpace" presStyleCnt="0"/>
      <dgm:spPr/>
    </dgm:pt>
    <dgm:pt modelId="{3D26DA7A-BC09-45DB-9A54-76C4E27ED513}" type="pres">
      <dgm:prSet presAssocID="{B28A5B81-C4CF-424D-8596-9DFA5D2F35A5}" presName="parTx" presStyleLbl="revTx" presStyleIdx="2" presStyleCnt="4">
        <dgm:presLayoutVars>
          <dgm:chMax val="0"/>
          <dgm:chPref val="0"/>
        </dgm:presLayoutVars>
      </dgm:prSet>
      <dgm:spPr/>
    </dgm:pt>
    <dgm:pt modelId="{E35FC212-5560-465F-B3BC-4AB8EB163CBD}" type="pres">
      <dgm:prSet presAssocID="{B28A5B81-C4CF-424D-8596-9DFA5D2F35A5}" presName="txSpace" presStyleCnt="0"/>
      <dgm:spPr/>
    </dgm:pt>
    <dgm:pt modelId="{71826A15-559A-42CC-BBBE-FE2E7CA87B8B}" type="pres">
      <dgm:prSet presAssocID="{B28A5B81-C4CF-424D-8596-9DFA5D2F35A5}" presName="desTx" presStyleLbl="revTx" presStyleIdx="3" presStyleCnt="4">
        <dgm:presLayoutVars/>
      </dgm:prSet>
      <dgm:spPr/>
    </dgm:pt>
  </dgm:ptLst>
  <dgm:cxnLst>
    <dgm:cxn modelId="{69673F23-8814-49E0-81C3-DFB5F195584C}" type="presOf" srcId="{090AB98D-193C-459A-9CB8-22D741A076F7}" destId="{273688F1-05A9-4058-861E-7719D9CE6E52}" srcOrd="0" destOrd="0" presId="urn:microsoft.com/office/officeart/2018/2/layout/IconLabelDescriptionList"/>
    <dgm:cxn modelId="{3DC24627-CCC5-454E-89E2-591E239FC880}" type="presOf" srcId="{B9138F3A-32E9-46E0-AEE9-E1F932F57B0F}" destId="{09E5CCC3-4891-4EDE-9495-3C51EB8559B9}" srcOrd="0" destOrd="0" presId="urn:microsoft.com/office/officeart/2018/2/layout/IconLabelDescriptionList"/>
    <dgm:cxn modelId="{76C4DF2F-608B-4F56-B2CD-D94E97D25322}" type="presOf" srcId="{9DB845E1-0E71-402A-AFBF-EA50EDFBB7FE}" destId="{71826A15-559A-42CC-BBBE-FE2E7CA87B8B}" srcOrd="0" destOrd="1" presId="urn:microsoft.com/office/officeart/2018/2/layout/IconLabelDescriptionList"/>
    <dgm:cxn modelId="{B3B23E40-3A19-481E-B49B-5A4DAD6BABCD}" type="presOf" srcId="{C4965A41-3DAB-4AE2-85C8-26CC473517D3}" destId="{C40FF3E8-452B-4BA1-AF22-D54DBD931535}" srcOrd="0" destOrd="0" presId="urn:microsoft.com/office/officeart/2018/2/layout/IconLabelDescriptionList"/>
    <dgm:cxn modelId="{B429715C-5D1A-4BD9-BE87-9E58AD293AD2}" srcId="{B9138F3A-32E9-46E0-AEE9-E1F932F57B0F}" destId="{C4965A41-3DAB-4AE2-85C8-26CC473517D3}" srcOrd="0" destOrd="0" parTransId="{2B875259-A608-4BEA-874A-176F5E9AA54F}" sibTransId="{01803638-75DB-4ABE-8B34-5EC8A1527C28}"/>
    <dgm:cxn modelId="{F595EC69-1907-4271-AFE3-E41277414142}" srcId="{B28A5B81-C4CF-424D-8596-9DFA5D2F35A5}" destId="{9A255540-3D1F-44BF-B5BF-281C6AC2AFCB}" srcOrd="0" destOrd="0" parTransId="{FA913F13-D7E9-4FA3-B322-D6E4E4869957}" sibTransId="{87ABFFC8-8F42-41D6-92BD-510C4856B995}"/>
    <dgm:cxn modelId="{5384706B-74D2-4520-AF1D-393C717CB47E}" srcId="{B9138F3A-32E9-46E0-AEE9-E1F932F57B0F}" destId="{B28A5B81-C4CF-424D-8596-9DFA5D2F35A5}" srcOrd="1" destOrd="0" parTransId="{CE64926E-9DFB-45E4-A00B-0CE9A4F2C973}" sibTransId="{89FA6B24-0E8F-43D4-840A-8910F1EA23FE}"/>
    <dgm:cxn modelId="{7F835B4C-C1F2-4B63-A3C3-9A08FDA62596}" type="presOf" srcId="{15ECE840-68A9-45B5-9C98-70E05499F7DF}" destId="{71826A15-559A-42CC-BBBE-FE2E7CA87B8B}" srcOrd="0" destOrd="2" presId="urn:microsoft.com/office/officeart/2018/2/layout/IconLabelDescriptionList"/>
    <dgm:cxn modelId="{7FA78353-097A-4E9E-9CEC-4A9C7B804E0C}" srcId="{B28A5B81-C4CF-424D-8596-9DFA5D2F35A5}" destId="{15ECE840-68A9-45B5-9C98-70E05499F7DF}" srcOrd="2" destOrd="0" parTransId="{3C6270FA-4DA0-42A2-B565-BD09FCF145DF}" sibTransId="{5A1A705D-E928-4CBF-B52C-FE2FE145A765}"/>
    <dgm:cxn modelId="{62AD539A-CB7A-4827-8D17-F9FC0ADD8FCE}" type="presOf" srcId="{B28A5B81-C4CF-424D-8596-9DFA5D2F35A5}" destId="{3D26DA7A-BC09-45DB-9A54-76C4E27ED513}" srcOrd="0" destOrd="0" presId="urn:microsoft.com/office/officeart/2018/2/layout/IconLabelDescriptionList"/>
    <dgm:cxn modelId="{6001A8C2-E2D0-4E1E-9D90-E073C2F759FF}" srcId="{C4965A41-3DAB-4AE2-85C8-26CC473517D3}" destId="{090AB98D-193C-459A-9CB8-22D741A076F7}" srcOrd="0" destOrd="0" parTransId="{B1F0852D-E230-4A49-B7AA-BD705A2BB8BE}" sibTransId="{2ED224AC-4504-4F70-99FB-19482F8EFAE4}"/>
    <dgm:cxn modelId="{8DB56CD3-F7D2-4F1A-9948-2C0577C1060E}" srcId="{B28A5B81-C4CF-424D-8596-9DFA5D2F35A5}" destId="{9DB845E1-0E71-402A-AFBF-EA50EDFBB7FE}" srcOrd="1" destOrd="0" parTransId="{AB3C9DB7-1F6C-4E3A-8FE8-AF3FE5B66CAD}" sibTransId="{53ACF0E4-5F35-4DF5-B8C2-E624717063C1}"/>
    <dgm:cxn modelId="{C4B81ADF-3105-48E7-9A34-20D826B722B9}" type="presOf" srcId="{9A255540-3D1F-44BF-B5BF-281C6AC2AFCB}" destId="{71826A15-559A-42CC-BBBE-FE2E7CA87B8B}" srcOrd="0" destOrd="0" presId="urn:microsoft.com/office/officeart/2018/2/layout/IconLabelDescriptionList"/>
    <dgm:cxn modelId="{E17BE981-12C6-4FA7-B947-0C96639995E5}" type="presParOf" srcId="{09E5CCC3-4891-4EDE-9495-3C51EB8559B9}" destId="{67B90381-D330-4E8B-A7BE-62312097AB09}" srcOrd="0" destOrd="0" presId="urn:microsoft.com/office/officeart/2018/2/layout/IconLabelDescriptionList"/>
    <dgm:cxn modelId="{C41E0EB3-D147-43F0-83D2-C2B9822E1134}" type="presParOf" srcId="{67B90381-D330-4E8B-A7BE-62312097AB09}" destId="{84DDEBDC-9ED4-4C65-A8D8-2507C17F3C78}" srcOrd="0" destOrd="0" presId="urn:microsoft.com/office/officeart/2018/2/layout/IconLabelDescriptionList"/>
    <dgm:cxn modelId="{A7B6328E-ABF8-4D2D-99B3-B1B96B3C3205}" type="presParOf" srcId="{67B90381-D330-4E8B-A7BE-62312097AB09}" destId="{BD39FFC8-9701-487B-93E2-7CB8CEBF8F8B}" srcOrd="1" destOrd="0" presId="urn:microsoft.com/office/officeart/2018/2/layout/IconLabelDescriptionList"/>
    <dgm:cxn modelId="{1AC7A4FF-6CA6-4360-AC2C-EC558F818BA5}" type="presParOf" srcId="{67B90381-D330-4E8B-A7BE-62312097AB09}" destId="{C40FF3E8-452B-4BA1-AF22-D54DBD931535}" srcOrd="2" destOrd="0" presId="urn:microsoft.com/office/officeart/2018/2/layout/IconLabelDescriptionList"/>
    <dgm:cxn modelId="{2C8F6EDF-D38B-449E-9ACD-722315A7D8C1}" type="presParOf" srcId="{67B90381-D330-4E8B-A7BE-62312097AB09}" destId="{8757F36F-6CD1-4515-A0EC-9AE81FC365F1}" srcOrd="3" destOrd="0" presId="urn:microsoft.com/office/officeart/2018/2/layout/IconLabelDescriptionList"/>
    <dgm:cxn modelId="{8DFA0809-8574-4376-94A0-27B2B785F1D5}" type="presParOf" srcId="{67B90381-D330-4E8B-A7BE-62312097AB09}" destId="{273688F1-05A9-4058-861E-7719D9CE6E52}" srcOrd="4" destOrd="0" presId="urn:microsoft.com/office/officeart/2018/2/layout/IconLabelDescriptionList"/>
    <dgm:cxn modelId="{DA9B7A25-E5CB-4A94-885E-8F0F6AF05D4E}" type="presParOf" srcId="{09E5CCC3-4891-4EDE-9495-3C51EB8559B9}" destId="{A629B2C9-6773-4875-9799-66E7C7357048}" srcOrd="1" destOrd="0" presId="urn:microsoft.com/office/officeart/2018/2/layout/IconLabelDescriptionList"/>
    <dgm:cxn modelId="{B91E035B-42B2-4D86-BEA8-5F1609A3F6E2}" type="presParOf" srcId="{09E5CCC3-4891-4EDE-9495-3C51EB8559B9}" destId="{112DA48D-E3D3-4348-BDD8-EA1DC172AB5C}" srcOrd="2" destOrd="0" presId="urn:microsoft.com/office/officeart/2018/2/layout/IconLabelDescriptionList"/>
    <dgm:cxn modelId="{F0F34A60-5C6F-4435-8665-CA1CE77FD3B6}" type="presParOf" srcId="{112DA48D-E3D3-4348-BDD8-EA1DC172AB5C}" destId="{5651A7D1-AE70-421C-8405-0BBE24667B2C}" srcOrd="0" destOrd="0" presId="urn:microsoft.com/office/officeart/2018/2/layout/IconLabelDescriptionList"/>
    <dgm:cxn modelId="{F604256E-13F2-4FEE-9A9F-1A5440E1309F}" type="presParOf" srcId="{112DA48D-E3D3-4348-BDD8-EA1DC172AB5C}" destId="{19D337C3-5DE0-4604-82BE-470D38C82E50}" srcOrd="1" destOrd="0" presId="urn:microsoft.com/office/officeart/2018/2/layout/IconLabelDescriptionList"/>
    <dgm:cxn modelId="{4A67A00E-0743-48C2-B993-9AF4194E3E33}" type="presParOf" srcId="{112DA48D-E3D3-4348-BDD8-EA1DC172AB5C}" destId="{3D26DA7A-BC09-45DB-9A54-76C4E27ED513}" srcOrd="2" destOrd="0" presId="urn:microsoft.com/office/officeart/2018/2/layout/IconLabelDescriptionList"/>
    <dgm:cxn modelId="{93231C1C-82C6-4579-AB98-C0E1EF691094}" type="presParOf" srcId="{112DA48D-E3D3-4348-BDD8-EA1DC172AB5C}" destId="{E35FC212-5560-465F-B3BC-4AB8EB163CBD}" srcOrd="3" destOrd="0" presId="urn:microsoft.com/office/officeart/2018/2/layout/IconLabelDescriptionList"/>
    <dgm:cxn modelId="{445082BB-4D72-44FF-BA0F-07A9896AE4EB}" type="presParOf" srcId="{112DA48D-E3D3-4348-BDD8-EA1DC172AB5C}" destId="{71826A15-559A-42CC-BBBE-FE2E7CA87B8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67F5198-3E61-4B65-9BA5-8153C6C592C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107D0A7-4899-4502-8C62-390A775AC141}">
      <dgm:prSet/>
      <dgm:spPr/>
      <dgm:t>
        <a:bodyPr/>
        <a:lstStyle/>
        <a:p>
          <a:r>
            <a:rPr lang="en-GB" dirty="0" err="1"/>
            <a:t>Erstellen</a:t>
          </a:r>
          <a:r>
            <a:rPr lang="en-GB" dirty="0"/>
            <a:t> </a:t>
          </a:r>
          <a:r>
            <a:rPr lang="en-GB" dirty="0" err="1"/>
            <a:t>eines</a:t>
          </a:r>
          <a:r>
            <a:rPr lang="en-GB" dirty="0"/>
            <a:t> AST (</a:t>
          </a:r>
          <a:r>
            <a:rPr lang="en-GB" dirty="0" err="1"/>
            <a:t>mittels</a:t>
          </a:r>
          <a:r>
            <a:rPr lang="en-GB" dirty="0"/>
            <a:t> </a:t>
          </a:r>
          <a:r>
            <a:rPr lang="en-GB" dirty="0" err="1"/>
            <a:t>javalang</a:t>
          </a:r>
          <a:r>
            <a:rPr lang="en-GB" dirty="0"/>
            <a:t>/parser)</a:t>
          </a:r>
          <a:endParaRPr lang="en-US" dirty="0"/>
        </a:p>
      </dgm:t>
    </dgm:pt>
    <dgm:pt modelId="{7D5A1EEE-F0E3-4A0F-B9B5-542F3A6368F0}" type="parTrans" cxnId="{DE4EFAE7-EB9F-4E30-B818-175ED020EC09}">
      <dgm:prSet/>
      <dgm:spPr/>
      <dgm:t>
        <a:bodyPr/>
        <a:lstStyle/>
        <a:p>
          <a:endParaRPr lang="en-US"/>
        </a:p>
      </dgm:t>
    </dgm:pt>
    <dgm:pt modelId="{2B358750-C17F-4110-9BBD-3BCFB175647F}" type="sibTrans" cxnId="{DE4EFAE7-EB9F-4E30-B818-175ED020EC09}">
      <dgm:prSet/>
      <dgm:spPr/>
      <dgm:t>
        <a:bodyPr/>
        <a:lstStyle/>
        <a:p>
          <a:endParaRPr lang="en-US"/>
        </a:p>
      </dgm:t>
    </dgm:pt>
    <dgm:pt modelId="{652342D6-10ED-41C8-A26A-C9D2613962F9}">
      <dgm:prSet/>
      <dgm:spPr/>
      <dgm:t>
        <a:bodyPr/>
        <a:lstStyle/>
        <a:p>
          <a:r>
            <a:rPr lang="en-GB" dirty="0"/>
            <a:t>Migration von </a:t>
          </a:r>
          <a:r>
            <a:rPr lang="en-GB" dirty="0" err="1"/>
            <a:t>unten</a:t>
          </a:r>
          <a:r>
            <a:rPr lang="en-GB" dirty="0"/>
            <a:t> </a:t>
          </a:r>
          <a:r>
            <a:rPr lang="en-GB" dirty="0" err="1"/>
            <a:t>nach</a:t>
          </a:r>
          <a:r>
            <a:rPr lang="en-GB" dirty="0"/>
            <a:t> </a:t>
          </a:r>
          <a:r>
            <a:rPr lang="en-GB" dirty="0" err="1"/>
            <a:t>oben</a:t>
          </a:r>
          <a:endParaRPr lang="en-US" dirty="0"/>
        </a:p>
      </dgm:t>
    </dgm:pt>
    <dgm:pt modelId="{E26A9789-87D3-4A3F-99D5-5CEBB6E97914}" type="parTrans" cxnId="{F3877142-163E-4C96-A703-E2D4DE7FD06C}">
      <dgm:prSet/>
      <dgm:spPr/>
      <dgm:t>
        <a:bodyPr/>
        <a:lstStyle/>
        <a:p>
          <a:endParaRPr lang="en-US"/>
        </a:p>
      </dgm:t>
    </dgm:pt>
    <dgm:pt modelId="{E717E3A6-7AA5-4568-B5D2-FECEFEEC8B72}" type="sibTrans" cxnId="{F3877142-163E-4C96-A703-E2D4DE7FD06C}">
      <dgm:prSet/>
      <dgm:spPr/>
      <dgm:t>
        <a:bodyPr/>
        <a:lstStyle/>
        <a:p>
          <a:endParaRPr lang="en-US"/>
        </a:p>
      </dgm:t>
    </dgm:pt>
    <dgm:pt modelId="{0ACECAA0-8B32-4760-9C7B-204C8F55475E}">
      <dgm:prSet/>
      <dgm:spPr/>
      <dgm:t>
        <a:bodyPr/>
        <a:lstStyle/>
        <a:p>
          <a:r>
            <a:rPr lang="en-GB" dirty="0" err="1"/>
            <a:t>Zyklen</a:t>
          </a:r>
          <a:r>
            <a:rPr lang="en-GB" dirty="0"/>
            <a:t>: LLM </a:t>
          </a:r>
          <a:r>
            <a:rPr lang="en-GB" dirty="0" err="1"/>
            <a:t>soll</a:t>
          </a:r>
          <a:r>
            <a:rPr lang="en-GB" dirty="0"/>
            <a:t> </a:t>
          </a:r>
          <a:r>
            <a:rPr lang="en-GB" dirty="0" err="1"/>
            <a:t>Entscheidung</a:t>
          </a:r>
          <a:r>
            <a:rPr lang="en-GB" dirty="0"/>
            <a:t> </a:t>
          </a:r>
          <a:r>
            <a:rPr lang="en-GB" dirty="0" err="1"/>
            <a:t>treffen</a:t>
          </a:r>
          <a:endParaRPr lang="en-US" dirty="0"/>
        </a:p>
      </dgm:t>
    </dgm:pt>
    <dgm:pt modelId="{FD5375C2-8DE4-4394-B1DB-E385952F6533}" type="parTrans" cxnId="{5A2A68CD-12C5-4F5A-9B75-AD4479AF081C}">
      <dgm:prSet/>
      <dgm:spPr/>
      <dgm:t>
        <a:bodyPr/>
        <a:lstStyle/>
        <a:p>
          <a:endParaRPr lang="en-US"/>
        </a:p>
      </dgm:t>
    </dgm:pt>
    <dgm:pt modelId="{9BBBD1F5-FF2C-4112-A305-64F40DC45A92}" type="sibTrans" cxnId="{5A2A68CD-12C5-4F5A-9B75-AD4479AF081C}">
      <dgm:prSet/>
      <dgm:spPr/>
      <dgm:t>
        <a:bodyPr/>
        <a:lstStyle/>
        <a:p>
          <a:endParaRPr lang="en-US"/>
        </a:p>
      </dgm:t>
    </dgm:pt>
    <dgm:pt modelId="{8C5A117D-FF49-4D7A-A2AC-272F36DFF538}" type="pres">
      <dgm:prSet presAssocID="{C67F5198-3E61-4B65-9BA5-8153C6C592C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C512326-6EA1-42A0-8BD5-6DB123ADC469}" type="pres">
      <dgm:prSet presAssocID="{3107D0A7-4899-4502-8C62-390A775AC141}" presName="hierRoot1" presStyleCnt="0"/>
      <dgm:spPr/>
    </dgm:pt>
    <dgm:pt modelId="{BE054611-997C-4B4B-A963-F70CB6760083}" type="pres">
      <dgm:prSet presAssocID="{3107D0A7-4899-4502-8C62-390A775AC141}" presName="composite" presStyleCnt="0"/>
      <dgm:spPr/>
    </dgm:pt>
    <dgm:pt modelId="{B79E30BB-5F0C-4696-A75E-F449DDF77375}" type="pres">
      <dgm:prSet presAssocID="{3107D0A7-4899-4502-8C62-390A775AC141}" presName="background" presStyleLbl="node0" presStyleIdx="0" presStyleCnt="3"/>
      <dgm:spPr/>
    </dgm:pt>
    <dgm:pt modelId="{A2743012-5DAC-410B-B5C6-DB064DF128AA}" type="pres">
      <dgm:prSet presAssocID="{3107D0A7-4899-4502-8C62-390A775AC141}" presName="text" presStyleLbl="fgAcc0" presStyleIdx="0" presStyleCnt="3">
        <dgm:presLayoutVars>
          <dgm:chPref val="3"/>
        </dgm:presLayoutVars>
      </dgm:prSet>
      <dgm:spPr/>
    </dgm:pt>
    <dgm:pt modelId="{4E34B0DA-D420-4906-8A12-9C0D328401E0}" type="pres">
      <dgm:prSet presAssocID="{3107D0A7-4899-4502-8C62-390A775AC141}" presName="hierChild2" presStyleCnt="0"/>
      <dgm:spPr/>
    </dgm:pt>
    <dgm:pt modelId="{5F462FED-2E16-4E44-8A54-B5649FCCD5BE}" type="pres">
      <dgm:prSet presAssocID="{652342D6-10ED-41C8-A26A-C9D2613962F9}" presName="hierRoot1" presStyleCnt="0"/>
      <dgm:spPr/>
    </dgm:pt>
    <dgm:pt modelId="{5CAFB884-CCA2-402D-8DCA-29BD3D2FF889}" type="pres">
      <dgm:prSet presAssocID="{652342D6-10ED-41C8-A26A-C9D2613962F9}" presName="composite" presStyleCnt="0"/>
      <dgm:spPr/>
    </dgm:pt>
    <dgm:pt modelId="{E21F9757-4F45-4702-AFD9-221ACFA93944}" type="pres">
      <dgm:prSet presAssocID="{652342D6-10ED-41C8-A26A-C9D2613962F9}" presName="background" presStyleLbl="node0" presStyleIdx="1" presStyleCnt="3"/>
      <dgm:spPr/>
    </dgm:pt>
    <dgm:pt modelId="{FE39575D-A63E-4143-AD23-F05FED1D7D03}" type="pres">
      <dgm:prSet presAssocID="{652342D6-10ED-41C8-A26A-C9D2613962F9}" presName="text" presStyleLbl="fgAcc0" presStyleIdx="1" presStyleCnt="3">
        <dgm:presLayoutVars>
          <dgm:chPref val="3"/>
        </dgm:presLayoutVars>
      </dgm:prSet>
      <dgm:spPr/>
    </dgm:pt>
    <dgm:pt modelId="{DB3FD7CA-7292-4446-BDE2-9403402638BB}" type="pres">
      <dgm:prSet presAssocID="{652342D6-10ED-41C8-A26A-C9D2613962F9}" presName="hierChild2" presStyleCnt="0"/>
      <dgm:spPr/>
    </dgm:pt>
    <dgm:pt modelId="{0CDB2DA8-521D-4A7F-A0E0-7BF368FE8A63}" type="pres">
      <dgm:prSet presAssocID="{0ACECAA0-8B32-4760-9C7B-204C8F55475E}" presName="hierRoot1" presStyleCnt="0"/>
      <dgm:spPr/>
    </dgm:pt>
    <dgm:pt modelId="{C7E6DB2F-EF4B-45FB-BB51-F35F7AD2628B}" type="pres">
      <dgm:prSet presAssocID="{0ACECAA0-8B32-4760-9C7B-204C8F55475E}" presName="composite" presStyleCnt="0"/>
      <dgm:spPr/>
    </dgm:pt>
    <dgm:pt modelId="{4F55BB82-8807-43D1-853C-1FCDB874948A}" type="pres">
      <dgm:prSet presAssocID="{0ACECAA0-8B32-4760-9C7B-204C8F55475E}" presName="background" presStyleLbl="node0" presStyleIdx="2" presStyleCnt="3"/>
      <dgm:spPr/>
    </dgm:pt>
    <dgm:pt modelId="{7DCA316E-0443-4492-BAB9-824827AC1455}" type="pres">
      <dgm:prSet presAssocID="{0ACECAA0-8B32-4760-9C7B-204C8F55475E}" presName="text" presStyleLbl="fgAcc0" presStyleIdx="2" presStyleCnt="3">
        <dgm:presLayoutVars>
          <dgm:chPref val="3"/>
        </dgm:presLayoutVars>
      </dgm:prSet>
      <dgm:spPr/>
    </dgm:pt>
    <dgm:pt modelId="{3537C875-4BB6-4BC7-BF66-18775B4DDD32}" type="pres">
      <dgm:prSet presAssocID="{0ACECAA0-8B32-4760-9C7B-204C8F55475E}" presName="hierChild2" presStyleCnt="0"/>
      <dgm:spPr/>
    </dgm:pt>
  </dgm:ptLst>
  <dgm:cxnLst>
    <dgm:cxn modelId="{F3877142-163E-4C96-A703-E2D4DE7FD06C}" srcId="{C67F5198-3E61-4B65-9BA5-8153C6C592C0}" destId="{652342D6-10ED-41C8-A26A-C9D2613962F9}" srcOrd="1" destOrd="0" parTransId="{E26A9789-87D3-4A3F-99D5-5CEBB6E97914}" sibTransId="{E717E3A6-7AA5-4568-B5D2-FECEFEEC8B72}"/>
    <dgm:cxn modelId="{1BC21046-A7E5-4A08-AF8B-079747A85C03}" type="presOf" srcId="{0ACECAA0-8B32-4760-9C7B-204C8F55475E}" destId="{7DCA316E-0443-4492-BAB9-824827AC1455}" srcOrd="0" destOrd="0" presId="urn:microsoft.com/office/officeart/2005/8/layout/hierarchy1"/>
    <dgm:cxn modelId="{879837A5-4325-4054-AEBB-06628A27A6E6}" type="presOf" srcId="{652342D6-10ED-41C8-A26A-C9D2613962F9}" destId="{FE39575D-A63E-4143-AD23-F05FED1D7D03}" srcOrd="0" destOrd="0" presId="urn:microsoft.com/office/officeart/2005/8/layout/hierarchy1"/>
    <dgm:cxn modelId="{1A8384B1-5F7A-45EC-840A-931E603AD02D}" type="presOf" srcId="{C67F5198-3E61-4B65-9BA5-8153C6C592C0}" destId="{8C5A117D-FF49-4D7A-A2AC-272F36DFF538}" srcOrd="0" destOrd="0" presId="urn:microsoft.com/office/officeart/2005/8/layout/hierarchy1"/>
    <dgm:cxn modelId="{21D582CB-25A5-472D-84F4-7DFC8BE275B7}" type="presOf" srcId="{3107D0A7-4899-4502-8C62-390A775AC141}" destId="{A2743012-5DAC-410B-B5C6-DB064DF128AA}" srcOrd="0" destOrd="0" presId="urn:microsoft.com/office/officeart/2005/8/layout/hierarchy1"/>
    <dgm:cxn modelId="{5A2A68CD-12C5-4F5A-9B75-AD4479AF081C}" srcId="{C67F5198-3E61-4B65-9BA5-8153C6C592C0}" destId="{0ACECAA0-8B32-4760-9C7B-204C8F55475E}" srcOrd="2" destOrd="0" parTransId="{FD5375C2-8DE4-4394-B1DB-E385952F6533}" sibTransId="{9BBBD1F5-FF2C-4112-A305-64F40DC45A92}"/>
    <dgm:cxn modelId="{DE4EFAE7-EB9F-4E30-B818-175ED020EC09}" srcId="{C67F5198-3E61-4B65-9BA5-8153C6C592C0}" destId="{3107D0A7-4899-4502-8C62-390A775AC141}" srcOrd="0" destOrd="0" parTransId="{7D5A1EEE-F0E3-4A0F-B9B5-542F3A6368F0}" sibTransId="{2B358750-C17F-4110-9BBD-3BCFB175647F}"/>
    <dgm:cxn modelId="{4BB6B1A8-8669-4230-9C12-C80A96557AC0}" type="presParOf" srcId="{8C5A117D-FF49-4D7A-A2AC-272F36DFF538}" destId="{AC512326-6EA1-42A0-8BD5-6DB123ADC469}" srcOrd="0" destOrd="0" presId="urn:microsoft.com/office/officeart/2005/8/layout/hierarchy1"/>
    <dgm:cxn modelId="{C649B6F0-706B-4A58-8344-62BFF90B2397}" type="presParOf" srcId="{AC512326-6EA1-42A0-8BD5-6DB123ADC469}" destId="{BE054611-997C-4B4B-A963-F70CB6760083}" srcOrd="0" destOrd="0" presId="urn:microsoft.com/office/officeart/2005/8/layout/hierarchy1"/>
    <dgm:cxn modelId="{16DB781B-80C4-4A6A-8272-273FE76B358C}" type="presParOf" srcId="{BE054611-997C-4B4B-A963-F70CB6760083}" destId="{B79E30BB-5F0C-4696-A75E-F449DDF77375}" srcOrd="0" destOrd="0" presId="urn:microsoft.com/office/officeart/2005/8/layout/hierarchy1"/>
    <dgm:cxn modelId="{8DFB43C8-0B4F-4BEA-9053-FB447FE49375}" type="presParOf" srcId="{BE054611-997C-4B4B-A963-F70CB6760083}" destId="{A2743012-5DAC-410B-B5C6-DB064DF128AA}" srcOrd="1" destOrd="0" presId="urn:microsoft.com/office/officeart/2005/8/layout/hierarchy1"/>
    <dgm:cxn modelId="{4283F102-119A-4F11-87FE-0CF7FABF2A07}" type="presParOf" srcId="{AC512326-6EA1-42A0-8BD5-6DB123ADC469}" destId="{4E34B0DA-D420-4906-8A12-9C0D328401E0}" srcOrd="1" destOrd="0" presId="urn:microsoft.com/office/officeart/2005/8/layout/hierarchy1"/>
    <dgm:cxn modelId="{011B73CB-77CB-4689-A3BA-497DB76B5F87}" type="presParOf" srcId="{8C5A117D-FF49-4D7A-A2AC-272F36DFF538}" destId="{5F462FED-2E16-4E44-8A54-B5649FCCD5BE}" srcOrd="1" destOrd="0" presId="urn:microsoft.com/office/officeart/2005/8/layout/hierarchy1"/>
    <dgm:cxn modelId="{7431283D-C249-4CE9-9B16-EB072AD31665}" type="presParOf" srcId="{5F462FED-2E16-4E44-8A54-B5649FCCD5BE}" destId="{5CAFB884-CCA2-402D-8DCA-29BD3D2FF889}" srcOrd="0" destOrd="0" presId="urn:microsoft.com/office/officeart/2005/8/layout/hierarchy1"/>
    <dgm:cxn modelId="{512039E1-9904-45E4-99A7-E3818641F336}" type="presParOf" srcId="{5CAFB884-CCA2-402D-8DCA-29BD3D2FF889}" destId="{E21F9757-4F45-4702-AFD9-221ACFA93944}" srcOrd="0" destOrd="0" presId="urn:microsoft.com/office/officeart/2005/8/layout/hierarchy1"/>
    <dgm:cxn modelId="{C52285D2-FA33-4C17-8486-735F72AF7E9A}" type="presParOf" srcId="{5CAFB884-CCA2-402D-8DCA-29BD3D2FF889}" destId="{FE39575D-A63E-4143-AD23-F05FED1D7D03}" srcOrd="1" destOrd="0" presId="urn:microsoft.com/office/officeart/2005/8/layout/hierarchy1"/>
    <dgm:cxn modelId="{D093942B-79B4-4ECB-955B-C90C528837C4}" type="presParOf" srcId="{5F462FED-2E16-4E44-8A54-B5649FCCD5BE}" destId="{DB3FD7CA-7292-4446-BDE2-9403402638BB}" srcOrd="1" destOrd="0" presId="urn:microsoft.com/office/officeart/2005/8/layout/hierarchy1"/>
    <dgm:cxn modelId="{CE55BF88-14A0-4D18-AC72-2AC26711F81A}" type="presParOf" srcId="{8C5A117D-FF49-4D7A-A2AC-272F36DFF538}" destId="{0CDB2DA8-521D-4A7F-A0E0-7BF368FE8A63}" srcOrd="2" destOrd="0" presId="urn:microsoft.com/office/officeart/2005/8/layout/hierarchy1"/>
    <dgm:cxn modelId="{8013A31E-7D46-47B9-9E27-9A94A99A5F62}" type="presParOf" srcId="{0CDB2DA8-521D-4A7F-A0E0-7BF368FE8A63}" destId="{C7E6DB2F-EF4B-45FB-BB51-F35F7AD2628B}" srcOrd="0" destOrd="0" presId="urn:microsoft.com/office/officeart/2005/8/layout/hierarchy1"/>
    <dgm:cxn modelId="{769178B0-06C2-40B5-B771-43FE0B0B2A03}" type="presParOf" srcId="{C7E6DB2F-EF4B-45FB-BB51-F35F7AD2628B}" destId="{4F55BB82-8807-43D1-853C-1FCDB874948A}" srcOrd="0" destOrd="0" presId="urn:microsoft.com/office/officeart/2005/8/layout/hierarchy1"/>
    <dgm:cxn modelId="{C2299985-EED8-4477-89A6-9FFFBFBE6788}" type="presParOf" srcId="{C7E6DB2F-EF4B-45FB-BB51-F35F7AD2628B}" destId="{7DCA316E-0443-4492-BAB9-824827AC1455}" srcOrd="1" destOrd="0" presId="urn:microsoft.com/office/officeart/2005/8/layout/hierarchy1"/>
    <dgm:cxn modelId="{439F16AD-3AE6-4068-8719-F1B5CFFB3EBE}" type="presParOf" srcId="{0CDB2DA8-521D-4A7F-A0E0-7BF368FE8A63}" destId="{3537C875-4BB6-4BC7-BF66-18775B4DDD3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C6FE948-8DC8-4232-84C6-4C4C723307E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16742D7-E4B0-418A-9E51-DE838453EFB3}">
      <dgm:prSet/>
      <dgm:spPr/>
      <dgm:t>
        <a:bodyPr/>
        <a:lstStyle/>
        <a:p>
          <a:r>
            <a:rPr lang="en-GB" dirty="0" err="1"/>
            <a:t>Konnte</a:t>
          </a:r>
          <a:r>
            <a:rPr lang="en-GB" dirty="0"/>
            <a:t> </a:t>
          </a:r>
          <a:r>
            <a:rPr lang="en-GB" dirty="0" err="1"/>
            <a:t>keinen</a:t>
          </a:r>
          <a:r>
            <a:rPr lang="en-GB" dirty="0"/>
            <a:t> </a:t>
          </a:r>
          <a:r>
            <a:rPr lang="en-GB" dirty="0" err="1"/>
            <a:t>vernünftigen</a:t>
          </a:r>
          <a:r>
            <a:rPr lang="en-GB" dirty="0"/>
            <a:t> Plan </a:t>
          </a:r>
          <a:r>
            <a:rPr lang="en-GB" dirty="0" err="1"/>
            <a:t>erstellen</a:t>
          </a:r>
          <a:endParaRPr lang="en-US" dirty="0"/>
        </a:p>
      </dgm:t>
    </dgm:pt>
    <dgm:pt modelId="{A8583386-540C-4BF7-87ED-6C5B61B959B5}" type="parTrans" cxnId="{23639B89-C394-4940-93EA-0CEF740B4DA3}">
      <dgm:prSet/>
      <dgm:spPr/>
      <dgm:t>
        <a:bodyPr/>
        <a:lstStyle/>
        <a:p>
          <a:endParaRPr lang="en-US"/>
        </a:p>
      </dgm:t>
    </dgm:pt>
    <dgm:pt modelId="{21502850-0100-4704-A6D1-05256DB1F0F6}" type="sibTrans" cxnId="{23639B89-C394-4940-93EA-0CEF740B4DA3}">
      <dgm:prSet/>
      <dgm:spPr/>
      <dgm:t>
        <a:bodyPr/>
        <a:lstStyle/>
        <a:p>
          <a:endParaRPr lang="en-US"/>
        </a:p>
      </dgm:t>
    </dgm:pt>
    <dgm:pt modelId="{A8BE5B33-E50A-4FCB-8BC7-27599579CCC4}">
      <dgm:prSet/>
      <dgm:spPr/>
      <dgm:t>
        <a:bodyPr/>
        <a:lstStyle/>
        <a:p>
          <a:r>
            <a:rPr lang="en-GB" dirty="0" err="1"/>
            <a:t>Befolgte</a:t>
          </a:r>
          <a:r>
            <a:rPr lang="en-GB" dirty="0"/>
            <a:t> den </a:t>
          </a:r>
          <a:r>
            <a:rPr lang="en-GB" dirty="0" err="1"/>
            <a:t>erstellten</a:t>
          </a:r>
          <a:r>
            <a:rPr lang="en-GB" dirty="0"/>
            <a:t> Plan nicht</a:t>
          </a:r>
          <a:endParaRPr lang="en-US" dirty="0"/>
        </a:p>
      </dgm:t>
    </dgm:pt>
    <dgm:pt modelId="{469B9631-7520-45A8-89F6-014771B6D004}" type="parTrans" cxnId="{84A8E077-6F45-47AB-83A2-8C8F4580B16A}">
      <dgm:prSet/>
      <dgm:spPr/>
      <dgm:t>
        <a:bodyPr/>
        <a:lstStyle/>
        <a:p>
          <a:endParaRPr lang="en-US"/>
        </a:p>
      </dgm:t>
    </dgm:pt>
    <dgm:pt modelId="{FB2BCFEF-8152-49EB-BB96-5313C25CE471}" type="sibTrans" cxnId="{84A8E077-6F45-47AB-83A2-8C8F4580B16A}">
      <dgm:prSet/>
      <dgm:spPr/>
      <dgm:t>
        <a:bodyPr/>
        <a:lstStyle/>
        <a:p>
          <a:endParaRPr lang="en-US"/>
        </a:p>
      </dgm:t>
    </dgm:pt>
    <dgm:pt modelId="{2868E9B4-CC40-44C4-AF51-6A5F80F47D88}" type="pres">
      <dgm:prSet presAssocID="{6C6FE948-8DC8-4232-84C6-4C4C723307E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5B9E9E3-BA25-460C-A83F-0D3683AFFC3F}" type="pres">
      <dgm:prSet presAssocID="{B16742D7-E4B0-418A-9E51-DE838453EFB3}" presName="hierRoot1" presStyleCnt="0"/>
      <dgm:spPr/>
    </dgm:pt>
    <dgm:pt modelId="{A2D7592E-7399-4270-851C-9B71202525A6}" type="pres">
      <dgm:prSet presAssocID="{B16742D7-E4B0-418A-9E51-DE838453EFB3}" presName="composite" presStyleCnt="0"/>
      <dgm:spPr/>
    </dgm:pt>
    <dgm:pt modelId="{1C7D4606-BF01-482D-8FB4-EA75BC21A7FF}" type="pres">
      <dgm:prSet presAssocID="{B16742D7-E4B0-418A-9E51-DE838453EFB3}" presName="background" presStyleLbl="node0" presStyleIdx="0" presStyleCnt="2"/>
      <dgm:spPr/>
    </dgm:pt>
    <dgm:pt modelId="{DA98CA63-8B8B-491A-B7F9-B44AF11267AA}" type="pres">
      <dgm:prSet presAssocID="{B16742D7-E4B0-418A-9E51-DE838453EFB3}" presName="text" presStyleLbl="fgAcc0" presStyleIdx="0" presStyleCnt="2">
        <dgm:presLayoutVars>
          <dgm:chPref val="3"/>
        </dgm:presLayoutVars>
      </dgm:prSet>
      <dgm:spPr/>
    </dgm:pt>
    <dgm:pt modelId="{B2011AEE-2C05-4F28-AEBD-B678D7C09B83}" type="pres">
      <dgm:prSet presAssocID="{B16742D7-E4B0-418A-9E51-DE838453EFB3}" presName="hierChild2" presStyleCnt="0"/>
      <dgm:spPr/>
    </dgm:pt>
    <dgm:pt modelId="{3E65F29D-C17B-4E8E-A17C-2DF3E6CFBAA3}" type="pres">
      <dgm:prSet presAssocID="{A8BE5B33-E50A-4FCB-8BC7-27599579CCC4}" presName="hierRoot1" presStyleCnt="0"/>
      <dgm:spPr/>
    </dgm:pt>
    <dgm:pt modelId="{46E0446F-8AA8-41F7-A51D-420A401269A0}" type="pres">
      <dgm:prSet presAssocID="{A8BE5B33-E50A-4FCB-8BC7-27599579CCC4}" presName="composite" presStyleCnt="0"/>
      <dgm:spPr/>
    </dgm:pt>
    <dgm:pt modelId="{B90B6555-A009-4F5B-B373-5208B3779DEC}" type="pres">
      <dgm:prSet presAssocID="{A8BE5B33-E50A-4FCB-8BC7-27599579CCC4}" presName="background" presStyleLbl="node0" presStyleIdx="1" presStyleCnt="2"/>
      <dgm:spPr/>
    </dgm:pt>
    <dgm:pt modelId="{3EF455DE-4008-47E0-9814-8A747D7F467B}" type="pres">
      <dgm:prSet presAssocID="{A8BE5B33-E50A-4FCB-8BC7-27599579CCC4}" presName="text" presStyleLbl="fgAcc0" presStyleIdx="1" presStyleCnt="2">
        <dgm:presLayoutVars>
          <dgm:chPref val="3"/>
        </dgm:presLayoutVars>
      </dgm:prSet>
      <dgm:spPr/>
    </dgm:pt>
    <dgm:pt modelId="{BBBF8440-393E-4A33-A881-485AF62F47B4}" type="pres">
      <dgm:prSet presAssocID="{A8BE5B33-E50A-4FCB-8BC7-27599579CCC4}" presName="hierChild2" presStyleCnt="0"/>
      <dgm:spPr/>
    </dgm:pt>
  </dgm:ptLst>
  <dgm:cxnLst>
    <dgm:cxn modelId="{8FBE4A2C-A757-428E-903F-701006DF0A10}" type="presOf" srcId="{A8BE5B33-E50A-4FCB-8BC7-27599579CCC4}" destId="{3EF455DE-4008-47E0-9814-8A747D7F467B}" srcOrd="0" destOrd="0" presId="urn:microsoft.com/office/officeart/2005/8/layout/hierarchy1"/>
    <dgm:cxn modelId="{83904276-5D8D-443D-81DF-80409BBD3108}" type="presOf" srcId="{6C6FE948-8DC8-4232-84C6-4C4C723307ED}" destId="{2868E9B4-CC40-44C4-AF51-6A5F80F47D88}" srcOrd="0" destOrd="0" presId="urn:microsoft.com/office/officeart/2005/8/layout/hierarchy1"/>
    <dgm:cxn modelId="{84A8E077-6F45-47AB-83A2-8C8F4580B16A}" srcId="{6C6FE948-8DC8-4232-84C6-4C4C723307ED}" destId="{A8BE5B33-E50A-4FCB-8BC7-27599579CCC4}" srcOrd="1" destOrd="0" parTransId="{469B9631-7520-45A8-89F6-014771B6D004}" sibTransId="{FB2BCFEF-8152-49EB-BB96-5313C25CE471}"/>
    <dgm:cxn modelId="{23639B89-C394-4940-93EA-0CEF740B4DA3}" srcId="{6C6FE948-8DC8-4232-84C6-4C4C723307ED}" destId="{B16742D7-E4B0-418A-9E51-DE838453EFB3}" srcOrd="0" destOrd="0" parTransId="{A8583386-540C-4BF7-87ED-6C5B61B959B5}" sibTransId="{21502850-0100-4704-A6D1-05256DB1F0F6}"/>
    <dgm:cxn modelId="{E3D41EAA-2C03-4463-9955-0FF87E71695E}" type="presOf" srcId="{B16742D7-E4B0-418A-9E51-DE838453EFB3}" destId="{DA98CA63-8B8B-491A-B7F9-B44AF11267AA}" srcOrd="0" destOrd="0" presId="urn:microsoft.com/office/officeart/2005/8/layout/hierarchy1"/>
    <dgm:cxn modelId="{D3C903E6-3E3D-4538-8441-D0C1021D5D3F}" type="presParOf" srcId="{2868E9B4-CC40-44C4-AF51-6A5F80F47D88}" destId="{05B9E9E3-BA25-460C-A83F-0D3683AFFC3F}" srcOrd="0" destOrd="0" presId="urn:microsoft.com/office/officeart/2005/8/layout/hierarchy1"/>
    <dgm:cxn modelId="{013634D7-7DF9-443D-B1A2-13C5D9F66F79}" type="presParOf" srcId="{05B9E9E3-BA25-460C-A83F-0D3683AFFC3F}" destId="{A2D7592E-7399-4270-851C-9B71202525A6}" srcOrd="0" destOrd="0" presId="urn:microsoft.com/office/officeart/2005/8/layout/hierarchy1"/>
    <dgm:cxn modelId="{7E9F63CA-75B5-4C77-AF3E-28010657402D}" type="presParOf" srcId="{A2D7592E-7399-4270-851C-9B71202525A6}" destId="{1C7D4606-BF01-482D-8FB4-EA75BC21A7FF}" srcOrd="0" destOrd="0" presId="urn:microsoft.com/office/officeart/2005/8/layout/hierarchy1"/>
    <dgm:cxn modelId="{3A6C121D-67DD-4F9A-A286-A1231B3D83F7}" type="presParOf" srcId="{A2D7592E-7399-4270-851C-9B71202525A6}" destId="{DA98CA63-8B8B-491A-B7F9-B44AF11267AA}" srcOrd="1" destOrd="0" presId="urn:microsoft.com/office/officeart/2005/8/layout/hierarchy1"/>
    <dgm:cxn modelId="{762F73F2-FB98-49B2-B6E4-1CE7DD177559}" type="presParOf" srcId="{05B9E9E3-BA25-460C-A83F-0D3683AFFC3F}" destId="{B2011AEE-2C05-4F28-AEBD-B678D7C09B83}" srcOrd="1" destOrd="0" presId="urn:microsoft.com/office/officeart/2005/8/layout/hierarchy1"/>
    <dgm:cxn modelId="{5EDB819B-CB36-4882-B277-5F8309AED830}" type="presParOf" srcId="{2868E9B4-CC40-44C4-AF51-6A5F80F47D88}" destId="{3E65F29D-C17B-4E8E-A17C-2DF3E6CFBAA3}" srcOrd="1" destOrd="0" presId="urn:microsoft.com/office/officeart/2005/8/layout/hierarchy1"/>
    <dgm:cxn modelId="{FE1D4437-946A-4D6C-876F-15DB0DE61557}" type="presParOf" srcId="{3E65F29D-C17B-4E8E-A17C-2DF3E6CFBAA3}" destId="{46E0446F-8AA8-41F7-A51D-420A401269A0}" srcOrd="0" destOrd="0" presId="urn:microsoft.com/office/officeart/2005/8/layout/hierarchy1"/>
    <dgm:cxn modelId="{54553BE9-0565-45FB-A221-E932FE6326B5}" type="presParOf" srcId="{46E0446F-8AA8-41F7-A51D-420A401269A0}" destId="{B90B6555-A009-4F5B-B373-5208B3779DEC}" srcOrd="0" destOrd="0" presId="urn:microsoft.com/office/officeart/2005/8/layout/hierarchy1"/>
    <dgm:cxn modelId="{083D7590-CF6F-4B08-B441-7AA296F5143F}" type="presParOf" srcId="{46E0446F-8AA8-41F7-A51D-420A401269A0}" destId="{3EF455DE-4008-47E0-9814-8A747D7F467B}" srcOrd="1" destOrd="0" presId="urn:microsoft.com/office/officeart/2005/8/layout/hierarchy1"/>
    <dgm:cxn modelId="{95F31148-284C-47FC-B8CD-8E63F2E3A0A2}" type="presParOf" srcId="{3E65F29D-C17B-4E8E-A17C-2DF3E6CFBAA3}" destId="{BBBF8440-393E-4A33-A881-485AF62F47B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2C04EEB-5666-4483-BDEA-56320CD66864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3708BE47-B28D-4759-827A-1824F88D2285}">
      <dgm:prSet/>
      <dgm:spPr/>
      <dgm:t>
        <a:bodyPr/>
        <a:lstStyle/>
        <a:p>
          <a:r>
            <a:rPr lang="en-GB"/>
            <a:t>Ein Prompt pro Datei</a:t>
          </a:r>
          <a:endParaRPr lang="en-US"/>
        </a:p>
      </dgm:t>
    </dgm:pt>
    <dgm:pt modelId="{083B84F1-A1F8-44E7-A91E-6DF8D01E1A73}" type="parTrans" cxnId="{2C03AF80-25DD-4E32-931D-918E1E506497}">
      <dgm:prSet/>
      <dgm:spPr/>
      <dgm:t>
        <a:bodyPr/>
        <a:lstStyle/>
        <a:p>
          <a:endParaRPr lang="en-US"/>
        </a:p>
      </dgm:t>
    </dgm:pt>
    <dgm:pt modelId="{5D3E0325-DBC9-443C-A1BF-FC0A26DAA813}" type="sibTrans" cxnId="{2C03AF80-25DD-4E32-931D-918E1E506497}">
      <dgm:prSet/>
      <dgm:spPr/>
      <dgm:t>
        <a:bodyPr/>
        <a:lstStyle/>
        <a:p>
          <a:endParaRPr lang="en-US"/>
        </a:p>
      </dgm:t>
    </dgm:pt>
    <dgm:pt modelId="{4741F7F7-D6CF-49B4-81B2-4E93C58A1E88}">
      <dgm:prSet/>
      <dgm:spPr/>
      <dgm:t>
        <a:bodyPr/>
        <a:lstStyle/>
        <a:p>
          <a:r>
            <a:rPr lang="en-GB"/>
            <a:t>Volle Aufmerksamkeit für eine Datei</a:t>
          </a:r>
          <a:endParaRPr lang="en-US"/>
        </a:p>
      </dgm:t>
    </dgm:pt>
    <dgm:pt modelId="{E4A9B7DF-794F-4BFF-B107-DE15E7409236}" type="parTrans" cxnId="{92DA1ADA-8B2C-420A-98F0-D6B15F597F90}">
      <dgm:prSet/>
      <dgm:spPr/>
      <dgm:t>
        <a:bodyPr/>
        <a:lstStyle/>
        <a:p>
          <a:endParaRPr lang="en-US"/>
        </a:p>
      </dgm:t>
    </dgm:pt>
    <dgm:pt modelId="{AFD644A8-2A27-427B-A452-0DAB293FA227}" type="sibTrans" cxnId="{92DA1ADA-8B2C-420A-98F0-D6B15F597F90}">
      <dgm:prSet/>
      <dgm:spPr/>
      <dgm:t>
        <a:bodyPr/>
        <a:lstStyle/>
        <a:p>
          <a:endParaRPr lang="en-US"/>
        </a:p>
      </dgm:t>
    </dgm:pt>
    <dgm:pt modelId="{05E91D4F-33BB-4FE7-A779-F22A3A657484}">
      <dgm:prSet/>
      <dgm:spPr/>
      <dgm:t>
        <a:bodyPr/>
        <a:lstStyle/>
        <a:p>
          <a:r>
            <a:rPr lang="en-GB" dirty="0" err="1"/>
            <a:t>Deutliche</a:t>
          </a:r>
          <a:r>
            <a:rPr lang="en-GB" dirty="0"/>
            <a:t> </a:t>
          </a:r>
          <a:r>
            <a:rPr lang="en-GB" dirty="0" err="1"/>
            <a:t>Reduktion</a:t>
          </a:r>
          <a:r>
            <a:rPr lang="en-GB" dirty="0"/>
            <a:t> von </a:t>
          </a:r>
          <a:r>
            <a:rPr lang="en-GB" dirty="0" err="1"/>
            <a:t>Halluzinationen</a:t>
          </a:r>
          <a:r>
            <a:rPr lang="en-GB" dirty="0"/>
            <a:t> und </a:t>
          </a:r>
          <a:r>
            <a:rPr lang="en-GB" dirty="0" err="1"/>
            <a:t>Fehlern</a:t>
          </a:r>
          <a:endParaRPr lang="en-US" dirty="0"/>
        </a:p>
      </dgm:t>
    </dgm:pt>
    <dgm:pt modelId="{93373EA0-4B5C-4FEA-9356-FE1157BB608F}" type="parTrans" cxnId="{A8C60BD5-560A-466C-9699-22AC7ED57767}">
      <dgm:prSet/>
      <dgm:spPr/>
      <dgm:t>
        <a:bodyPr/>
        <a:lstStyle/>
        <a:p>
          <a:endParaRPr lang="en-US"/>
        </a:p>
      </dgm:t>
    </dgm:pt>
    <dgm:pt modelId="{ABB6C8C3-675B-42B4-A6A7-844469D20627}" type="sibTrans" cxnId="{A8C60BD5-560A-466C-9699-22AC7ED57767}">
      <dgm:prSet/>
      <dgm:spPr/>
      <dgm:t>
        <a:bodyPr/>
        <a:lstStyle/>
        <a:p>
          <a:endParaRPr lang="en-US"/>
        </a:p>
      </dgm:t>
    </dgm:pt>
    <dgm:pt modelId="{49669712-6C88-47CC-ABA9-21477A625CFC}" type="pres">
      <dgm:prSet presAssocID="{F2C04EEB-5666-4483-BDEA-56320CD6686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FE1293F-F343-45E4-BBC9-18549C049B2C}" type="pres">
      <dgm:prSet presAssocID="{3708BE47-B28D-4759-827A-1824F88D2285}" presName="hierRoot1" presStyleCnt="0"/>
      <dgm:spPr/>
    </dgm:pt>
    <dgm:pt modelId="{8C56D0AD-2F81-4BE2-B456-ED49C3A5E822}" type="pres">
      <dgm:prSet presAssocID="{3708BE47-B28D-4759-827A-1824F88D2285}" presName="composite" presStyleCnt="0"/>
      <dgm:spPr/>
    </dgm:pt>
    <dgm:pt modelId="{8E37DFBD-CFC8-4508-8693-97182485F46A}" type="pres">
      <dgm:prSet presAssocID="{3708BE47-B28D-4759-827A-1824F88D2285}" presName="background" presStyleLbl="node0" presStyleIdx="0" presStyleCnt="3"/>
      <dgm:spPr/>
    </dgm:pt>
    <dgm:pt modelId="{BE80F885-B4D0-4F09-8143-58780F677948}" type="pres">
      <dgm:prSet presAssocID="{3708BE47-B28D-4759-827A-1824F88D2285}" presName="text" presStyleLbl="fgAcc0" presStyleIdx="0" presStyleCnt="3">
        <dgm:presLayoutVars>
          <dgm:chPref val="3"/>
        </dgm:presLayoutVars>
      </dgm:prSet>
      <dgm:spPr/>
    </dgm:pt>
    <dgm:pt modelId="{4B6B36F8-68F6-4D14-8B65-A80DAF39DF07}" type="pres">
      <dgm:prSet presAssocID="{3708BE47-B28D-4759-827A-1824F88D2285}" presName="hierChild2" presStyleCnt="0"/>
      <dgm:spPr/>
    </dgm:pt>
    <dgm:pt modelId="{E35A7A21-1700-44E2-920E-7FA36BA51CF4}" type="pres">
      <dgm:prSet presAssocID="{4741F7F7-D6CF-49B4-81B2-4E93C58A1E88}" presName="hierRoot1" presStyleCnt="0"/>
      <dgm:spPr/>
    </dgm:pt>
    <dgm:pt modelId="{CF889524-57D9-4D28-A384-490E93AAFA89}" type="pres">
      <dgm:prSet presAssocID="{4741F7F7-D6CF-49B4-81B2-4E93C58A1E88}" presName="composite" presStyleCnt="0"/>
      <dgm:spPr/>
    </dgm:pt>
    <dgm:pt modelId="{7CEA87CA-FC32-4991-9D06-E7A2E07C48F6}" type="pres">
      <dgm:prSet presAssocID="{4741F7F7-D6CF-49B4-81B2-4E93C58A1E88}" presName="background" presStyleLbl="node0" presStyleIdx="1" presStyleCnt="3"/>
      <dgm:spPr/>
    </dgm:pt>
    <dgm:pt modelId="{6C9D5969-59B0-46D5-8BC7-863723CD12E9}" type="pres">
      <dgm:prSet presAssocID="{4741F7F7-D6CF-49B4-81B2-4E93C58A1E88}" presName="text" presStyleLbl="fgAcc0" presStyleIdx="1" presStyleCnt="3">
        <dgm:presLayoutVars>
          <dgm:chPref val="3"/>
        </dgm:presLayoutVars>
      </dgm:prSet>
      <dgm:spPr/>
    </dgm:pt>
    <dgm:pt modelId="{8BCD312F-1A67-427E-8AC0-9EE356DA3E30}" type="pres">
      <dgm:prSet presAssocID="{4741F7F7-D6CF-49B4-81B2-4E93C58A1E88}" presName="hierChild2" presStyleCnt="0"/>
      <dgm:spPr/>
    </dgm:pt>
    <dgm:pt modelId="{3D7E8955-FF63-42BC-A2FF-3B9C1836994F}" type="pres">
      <dgm:prSet presAssocID="{05E91D4F-33BB-4FE7-A779-F22A3A657484}" presName="hierRoot1" presStyleCnt="0"/>
      <dgm:spPr/>
    </dgm:pt>
    <dgm:pt modelId="{C8A9CD8E-07F0-4F07-8FF2-CAE20FFE8B05}" type="pres">
      <dgm:prSet presAssocID="{05E91D4F-33BB-4FE7-A779-F22A3A657484}" presName="composite" presStyleCnt="0"/>
      <dgm:spPr/>
    </dgm:pt>
    <dgm:pt modelId="{DBCBD2C2-89B8-4331-BC77-F0AC2E3159FC}" type="pres">
      <dgm:prSet presAssocID="{05E91D4F-33BB-4FE7-A779-F22A3A657484}" presName="background" presStyleLbl="node0" presStyleIdx="2" presStyleCnt="3"/>
      <dgm:spPr/>
    </dgm:pt>
    <dgm:pt modelId="{FB14B4DE-FF3E-46DF-9752-38BA876BACFE}" type="pres">
      <dgm:prSet presAssocID="{05E91D4F-33BB-4FE7-A779-F22A3A657484}" presName="text" presStyleLbl="fgAcc0" presStyleIdx="2" presStyleCnt="3">
        <dgm:presLayoutVars>
          <dgm:chPref val="3"/>
        </dgm:presLayoutVars>
      </dgm:prSet>
      <dgm:spPr/>
    </dgm:pt>
    <dgm:pt modelId="{446A716D-D406-49EB-A19E-1E7A6BEFC3FD}" type="pres">
      <dgm:prSet presAssocID="{05E91D4F-33BB-4FE7-A779-F22A3A657484}" presName="hierChild2" presStyleCnt="0"/>
      <dgm:spPr/>
    </dgm:pt>
  </dgm:ptLst>
  <dgm:cxnLst>
    <dgm:cxn modelId="{06644F77-76F8-48C3-9C72-43597ACDCDDD}" type="presOf" srcId="{05E91D4F-33BB-4FE7-A779-F22A3A657484}" destId="{FB14B4DE-FF3E-46DF-9752-38BA876BACFE}" srcOrd="0" destOrd="0" presId="urn:microsoft.com/office/officeart/2005/8/layout/hierarchy1"/>
    <dgm:cxn modelId="{2C03AF80-25DD-4E32-931D-918E1E506497}" srcId="{F2C04EEB-5666-4483-BDEA-56320CD66864}" destId="{3708BE47-B28D-4759-827A-1824F88D2285}" srcOrd="0" destOrd="0" parTransId="{083B84F1-A1F8-44E7-A91E-6DF8D01E1A73}" sibTransId="{5D3E0325-DBC9-443C-A1BF-FC0A26DAA813}"/>
    <dgm:cxn modelId="{D9125688-A883-4493-B488-7E2DECD438D8}" type="presOf" srcId="{4741F7F7-D6CF-49B4-81B2-4E93C58A1E88}" destId="{6C9D5969-59B0-46D5-8BC7-863723CD12E9}" srcOrd="0" destOrd="0" presId="urn:microsoft.com/office/officeart/2005/8/layout/hierarchy1"/>
    <dgm:cxn modelId="{13DDC4A7-C94E-4228-B4E3-277F2BAA1F7C}" type="presOf" srcId="{F2C04EEB-5666-4483-BDEA-56320CD66864}" destId="{49669712-6C88-47CC-ABA9-21477A625CFC}" srcOrd="0" destOrd="0" presId="urn:microsoft.com/office/officeart/2005/8/layout/hierarchy1"/>
    <dgm:cxn modelId="{AB88D3A8-92B0-4B51-B959-54DB6E22F843}" type="presOf" srcId="{3708BE47-B28D-4759-827A-1824F88D2285}" destId="{BE80F885-B4D0-4F09-8143-58780F677948}" srcOrd="0" destOrd="0" presId="urn:microsoft.com/office/officeart/2005/8/layout/hierarchy1"/>
    <dgm:cxn modelId="{A8C60BD5-560A-466C-9699-22AC7ED57767}" srcId="{F2C04EEB-5666-4483-BDEA-56320CD66864}" destId="{05E91D4F-33BB-4FE7-A779-F22A3A657484}" srcOrd="2" destOrd="0" parTransId="{93373EA0-4B5C-4FEA-9356-FE1157BB608F}" sibTransId="{ABB6C8C3-675B-42B4-A6A7-844469D20627}"/>
    <dgm:cxn modelId="{92DA1ADA-8B2C-420A-98F0-D6B15F597F90}" srcId="{F2C04EEB-5666-4483-BDEA-56320CD66864}" destId="{4741F7F7-D6CF-49B4-81B2-4E93C58A1E88}" srcOrd="1" destOrd="0" parTransId="{E4A9B7DF-794F-4BFF-B107-DE15E7409236}" sibTransId="{AFD644A8-2A27-427B-A452-0DAB293FA227}"/>
    <dgm:cxn modelId="{788B76E0-DC45-4DA4-8906-516A1D303171}" type="presParOf" srcId="{49669712-6C88-47CC-ABA9-21477A625CFC}" destId="{DFE1293F-F343-45E4-BBC9-18549C049B2C}" srcOrd="0" destOrd="0" presId="urn:microsoft.com/office/officeart/2005/8/layout/hierarchy1"/>
    <dgm:cxn modelId="{573FE74A-6805-4AF6-B621-1467731D18E0}" type="presParOf" srcId="{DFE1293F-F343-45E4-BBC9-18549C049B2C}" destId="{8C56D0AD-2F81-4BE2-B456-ED49C3A5E822}" srcOrd="0" destOrd="0" presId="urn:microsoft.com/office/officeart/2005/8/layout/hierarchy1"/>
    <dgm:cxn modelId="{2506A6C1-EC55-4930-89C2-9590FF659B89}" type="presParOf" srcId="{8C56D0AD-2F81-4BE2-B456-ED49C3A5E822}" destId="{8E37DFBD-CFC8-4508-8693-97182485F46A}" srcOrd="0" destOrd="0" presId="urn:microsoft.com/office/officeart/2005/8/layout/hierarchy1"/>
    <dgm:cxn modelId="{85B4767E-FB8C-49AB-ABFF-B348F817765E}" type="presParOf" srcId="{8C56D0AD-2F81-4BE2-B456-ED49C3A5E822}" destId="{BE80F885-B4D0-4F09-8143-58780F677948}" srcOrd="1" destOrd="0" presId="urn:microsoft.com/office/officeart/2005/8/layout/hierarchy1"/>
    <dgm:cxn modelId="{3B1D3723-2AFF-4C69-B98F-E4966AE28D84}" type="presParOf" srcId="{DFE1293F-F343-45E4-BBC9-18549C049B2C}" destId="{4B6B36F8-68F6-4D14-8B65-A80DAF39DF07}" srcOrd="1" destOrd="0" presId="urn:microsoft.com/office/officeart/2005/8/layout/hierarchy1"/>
    <dgm:cxn modelId="{3F7A1964-83E7-4C23-BBE9-315E296A20BC}" type="presParOf" srcId="{49669712-6C88-47CC-ABA9-21477A625CFC}" destId="{E35A7A21-1700-44E2-920E-7FA36BA51CF4}" srcOrd="1" destOrd="0" presId="urn:microsoft.com/office/officeart/2005/8/layout/hierarchy1"/>
    <dgm:cxn modelId="{5257A1F5-988D-46B4-8EF6-B8435E7DE278}" type="presParOf" srcId="{E35A7A21-1700-44E2-920E-7FA36BA51CF4}" destId="{CF889524-57D9-4D28-A384-490E93AAFA89}" srcOrd="0" destOrd="0" presId="urn:microsoft.com/office/officeart/2005/8/layout/hierarchy1"/>
    <dgm:cxn modelId="{95E8676E-E395-4C9E-8CC1-1B801E42E6ED}" type="presParOf" srcId="{CF889524-57D9-4D28-A384-490E93AAFA89}" destId="{7CEA87CA-FC32-4991-9D06-E7A2E07C48F6}" srcOrd="0" destOrd="0" presId="urn:microsoft.com/office/officeart/2005/8/layout/hierarchy1"/>
    <dgm:cxn modelId="{60ABAE07-7C01-48AC-A787-9AD94BDDFCE7}" type="presParOf" srcId="{CF889524-57D9-4D28-A384-490E93AAFA89}" destId="{6C9D5969-59B0-46D5-8BC7-863723CD12E9}" srcOrd="1" destOrd="0" presId="urn:microsoft.com/office/officeart/2005/8/layout/hierarchy1"/>
    <dgm:cxn modelId="{3B4FDD5A-4809-4EF7-B904-14DE1CFA6C8C}" type="presParOf" srcId="{E35A7A21-1700-44E2-920E-7FA36BA51CF4}" destId="{8BCD312F-1A67-427E-8AC0-9EE356DA3E30}" srcOrd="1" destOrd="0" presId="urn:microsoft.com/office/officeart/2005/8/layout/hierarchy1"/>
    <dgm:cxn modelId="{0D0EAF4E-7DCA-4E45-9137-C988F3079952}" type="presParOf" srcId="{49669712-6C88-47CC-ABA9-21477A625CFC}" destId="{3D7E8955-FF63-42BC-A2FF-3B9C1836994F}" srcOrd="2" destOrd="0" presId="urn:microsoft.com/office/officeart/2005/8/layout/hierarchy1"/>
    <dgm:cxn modelId="{6DDA98B1-997F-4CB4-86D9-59B3F5196F75}" type="presParOf" srcId="{3D7E8955-FF63-42BC-A2FF-3B9C1836994F}" destId="{C8A9CD8E-07F0-4F07-8FF2-CAE20FFE8B05}" srcOrd="0" destOrd="0" presId="urn:microsoft.com/office/officeart/2005/8/layout/hierarchy1"/>
    <dgm:cxn modelId="{519B9A36-DB0C-480D-ADCC-E5498C0BFFB3}" type="presParOf" srcId="{C8A9CD8E-07F0-4F07-8FF2-CAE20FFE8B05}" destId="{DBCBD2C2-89B8-4331-BC77-F0AC2E3159FC}" srcOrd="0" destOrd="0" presId="urn:microsoft.com/office/officeart/2005/8/layout/hierarchy1"/>
    <dgm:cxn modelId="{1AF87769-41DE-4DB8-B4F2-9F32E1B42EA7}" type="presParOf" srcId="{C8A9CD8E-07F0-4F07-8FF2-CAE20FFE8B05}" destId="{FB14B4DE-FF3E-46DF-9752-38BA876BACFE}" srcOrd="1" destOrd="0" presId="urn:microsoft.com/office/officeart/2005/8/layout/hierarchy1"/>
    <dgm:cxn modelId="{3BF59A2A-CAD4-4495-9996-470AC9F6615D}" type="presParOf" srcId="{3D7E8955-FF63-42BC-A2FF-3B9C1836994F}" destId="{446A716D-D406-49EB-A19E-1E7A6BEFC3F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0AF2BF3-74E0-4F68-AB65-0E0EE3B0BBE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24DF660-EBC5-4E1B-986C-068E31DAE026}">
      <dgm:prSet/>
      <dgm:spPr/>
      <dgm:t>
        <a:bodyPr/>
        <a:lstStyle/>
        <a:p>
          <a:r>
            <a:rPr lang="en-GB"/>
            <a:t>Beim Migrieren können Fehler passieren</a:t>
          </a:r>
          <a:endParaRPr lang="en-US"/>
        </a:p>
      </dgm:t>
    </dgm:pt>
    <dgm:pt modelId="{BB0D00FA-13F8-4FB8-8B2A-941F5A196703}" type="parTrans" cxnId="{4F7B65FF-FACC-4A55-84B8-BC9ED87EDE4B}">
      <dgm:prSet/>
      <dgm:spPr/>
      <dgm:t>
        <a:bodyPr/>
        <a:lstStyle/>
        <a:p>
          <a:endParaRPr lang="en-US"/>
        </a:p>
      </dgm:t>
    </dgm:pt>
    <dgm:pt modelId="{67C743BD-A2BC-445B-BB6B-484CB9AB0B44}" type="sibTrans" cxnId="{4F7B65FF-FACC-4A55-84B8-BC9ED87EDE4B}">
      <dgm:prSet/>
      <dgm:spPr/>
      <dgm:t>
        <a:bodyPr/>
        <a:lstStyle/>
        <a:p>
          <a:endParaRPr lang="en-US"/>
        </a:p>
      </dgm:t>
    </dgm:pt>
    <dgm:pt modelId="{08036929-E6C9-4D9D-86AB-7B53CF56161C}">
      <dgm:prSet/>
      <dgm:spPr/>
      <dgm:t>
        <a:bodyPr/>
        <a:lstStyle/>
        <a:p>
          <a:r>
            <a:rPr lang="en-GB"/>
            <a:t>Build Versuch mit Maven</a:t>
          </a:r>
          <a:endParaRPr lang="en-US"/>
        </a:p>
      </dgm:t>
    </dgm:pt>
    <dgm:pt modelId="{8B5B3638-39A8-4EFA-9A02-FE877123DB3A}" type="parTrans" cxnId="{B7668922-217D-46E4-90DB-4199EB5432CE}">
      <dgm:prSet/>
      <dgm:spPr/>
      <dgm:t>
        <a:bodyPr/>
        <a:lstStyle/>
        <a:p>
          <a:endParaRPr lang="en-US"/>
        </a:p>
      </dgm:t>
    </dgm:pt>
    <dgm:pt modelId="{46E48687-904B-46D9-B281-F7A7E9C8027D}" type="sibTrans" cxnId="{B7668922-217D-46E4-90DB-4199EB5432CE}">
      <dgm:prSet/>
      <dgm:spPr/>
      <dgm:t>
        <a:bodyPr/>
        <a:lstStyle/>
        <a:p>
          <a:endParaRPr lang="en-US"/>
        </a:p>
      </dgm:t>
    </dgm:pt>
    <dgm:pt modelId="{E84C722A-D0ED-4227-9F36-0974CEC4C4C6}">
      <dgm:prSet/>
      <dgm:spPr/>
      <dgm:t>
        <a:bodyPr/>
        <a:lstStyle/>
        <a:p>
          <a:r>
            <a:rPr lang="en-GB"/>
            <a:t>Gemini Aufruf mit betroffener Datei und Fehlermeldung</a:t>
          </a:r>
          <a:endParaRPr lang="en-US"/>
        </a:p>
      </dgm:t>
    </dgm:pt>
    <dgm:pt modelId="{D22C83A7-2285-4A43-841C-B812923C5D6D}" type="parTrans" cxnId="{A6C9AC29-11AD-4665-AE35-DF9C84120C9F}">
      <dgm:prSet/>
      <dgm:spPr/>
      <dgm:t>
        <a:bodyPr/>
        <a:lstStyle/>
        <a:p>
          <a:endParaRPr lang="en-US"/>
        </a:p>
      </dgm:t>
    </dgm:pt>
    <dgm:pt modelId="{36E07B23-3E82-4AE6-B8FB-2B3F2798A687}" type="sibTrans" cxnId="{A6C9AC29-11AD-4665-AE35-DF9C84120C9F}">
      <dgm:prSet/>
      <dgm:spPr/>
      <dgm:t>
        <a:bodyPr/>
        <a:lstStyle/>
        <a:p>
          <a:endParaRPr lang="en-US"/>
        </a:p>
      </dgm:t>
    </dgm:pt>
    <dgm:pt modelId="{240B50D8-7C3E-4805-BEBE-35C32368DE4A}">
      <dgm:prSet/>
      <dgm:spPr/>
      <dgm:t>
        <a:bodyPr/>
        <a:lstStyle/>
        <a:p>
          <a:r>
            <a:rPr lang="en-GB"/>
            <a:t>KI versucht Code bei Fehlern zu reparieren</a:t>
          </a:r>
          <a:endParaRPr lang="en-US"/>
        </a:p>
      </dgm:t>
    </dgm:pt>
    <dgm:pt modelId="{82D9A925-1C1A-48D1-B8A9-6D9927650987}" type="parTrans" cxnId="{96576293-C530-485A-917E-E2783071ED73}">
      <dgm:prSet/>
      <dgm:spPr/>
      <dgm:t>
        <a:bodyPr/>
        <a:lstStyle/>
        <a:p>
          <a:endParaRPr lang="en-US"/>
        </a:p>
      </dgm:t>
    </dgm:pt>
    <dgm:pt modelId="{24E40341-8983-49D9-9092-8057074222BA}" type="sibTrans" cxnId="{96576293-C530-485A-917E-E2783071ED73}">
      <dgm:prSet/>
      <dgm:spPr/>
      <dgm:t>
        <a:bodyPr/>
        <a:lstStyle/>
        <a:p>
          <a:endParaRPr lang="en-US"/>
        </a:p>
      </dgm:t>
    </dgm:pt>
    <dgm:pt modelId="{D848BDAE-03BA-4D6D-A1F7-54B1171DFA94}">
      <dgm:prSet/>
      <dgm:spPr/>
      <dgm:t>
        <a:bodyPr/>
        <a:lstStyle/>
        <a:p>
          <a:r>
            <a:rPr lang="en-GB"/>
            <a:t>Bis zu 3 Durchgänge</a:t>
          </a:r>
          <a:endParaRPr lang="en-US"/>
        </a:p>
      </dgm:t>
    </dgm:pt>
    <dgm:pt modelId="{B5890D41-6A98-4CB7-8BE5-53A5D7860275}" type="parTrans" cxnId="{B2F79C22-2F0E-42D8-AEA8-C2DACF8F1F44}">
      <dgm:prSet/>
      <dgm:spPr/>
      <dgm:t>
        <a:bodyPr/>
        <a:lstStyle/>
        <a:p>
          <a:endParaRPr lang="en-US"/>
        </a:p>
      </dgm:t>
    </dgm:pt>
    <dgm:pt modelId="{E8209C38-F581-4E8D-AC8F-7D8DF577F61B}" type="sibTrans" cxnId="{B2F79C22-2F0E-42D8-AEA8-C2DACF8F1F44}">
      <dgm:prSet/>
      <dgm:spPr/>
      <dgm:t>
        <a:bodyPr/>
        <a:lstStyle/>
        <a:p>
          <a:endParaRPr lang="en-US"/>
        </a:p>
      </dgm:t>
    </dgm:pt>
    <dgm:pt modelId="{2C841886-3D1A-4C8C-86DF-77CE360F8DB8}" type="pres">
      <dgm:prSet presAssocID="{30AF2BF3-74E0-4F68-AB65-0E0EE3B0BBEC}" presName="linear" presStyleCnt="0">
        <dgm:presLayoutVars>
          <dgm:animLvl val="lvl"/>
          <dgm:resizeHandles val="exact"/>
        </dgm:presLayoutVars>
      </dgm:prSet>
      <dgm:spPr/>
    </dgm:pt>
    <dgm:pt modelId="{D1B3D90C-C898-41D8-81FC-CC27D4D37A5F}" type="pres">
      <dgm:prSet presAssocID="{C24DF660-EBC5-4E1B-986C-068E31DAE02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5E96663-B8C5-4A91-A930-889A5C70C21A}" type="pres">
      <dgm:prSet presAssocID="{67C743BD-A2BC-445B-BB6B-484CB9AB0B44}" presName="spacer" presStyleCnt="0"/>
      <dgm:spPr/>
    </dgm:pt>
    <dgm:pt modelId="{E85900AF-90A6-46EC-9ED3-5C83D234CB16}" type="pres">
      <dgm:prSet presAssocID="{08036929-E6C9-4D9D-86AB-7B53CF5616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8B144EF-6AAA-4D30-BDCD-7146397E31EB}" type="pres">
      <dgm:prSet presAssocID="{46E48687-904B-46D9-B281-F7A7E9C8027D}" presName="spacer" presStyleCnt="0"/>
      <dgm:spPr/>
    </dgm:pt>
    <dgm:pt modelId="{97F3CB50-30A6-456B-B6A9-E137FAF83611}" type="pres">
      <dgm:prSet presAssocID="{E84C722A-D0ED-4227-9F36-0974CEC4C4C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0E68A24-95E7-453B-A02A-400C4FF73A84}" type="pres">
      <dgm:prSet presAssocID="{36E07B23-3E82-4AE6-B8FB-2B3F2798A687}" presName="spacer" presStyleCnt="0"/>
      <dgm:spPr/>
    </dgm:pt>
    <dgm:pt modelId="{42F08D1C-4A3B-4E62-B6DF-A629A1319E46}" type="pres">
      <dgm:prSet presAssocID="{240B50D8-7C3E-4805-BEBE-35C32368DE4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1D59FCD-15E7-4540-8D12-2F9990FE8929}" type="pres">
      <dgm:prSet presAssocID="{240B50D8-7C3E-4805-BEBE-35C32368DE4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8759E02-207D-4840-B948-C81844994077}" type="presOf" srcId="{E84C722A-D0ED-4227-9F36-0974CEC4C4C6}" destId="{97F3CB50-30A6-456B-B6A9-E137FAF83611}" srcOrd="0" destOrd="0" presId="urn:microsoft.com/office/officeart/2005/8/layout/vList2"/>
    <dgm:cxn modelId="{70D9A71C-8B35-4D8D-81C1-FFFD8C8D2C3E}" type="presOf" srcId="{08036929-E6C9-4D9D-86AB-7B53CF56161C}" destId="{E85900AF-90A6-46EC-9ED3-5C83D234CB16}" srcOrd="0" destOrd="0" presId="urn:microsoft.com/office/officeart/2005/8/layout/vList2"/>
    <dgm:cxn modelId="{B7668922-217D-46E4-90DB-4199EB5432CE}" srcId="{30AF2BF3-74E0-4F68-AB65-0E0EE3B0BBEC}" destId="{08036929-E6C9-4D9D-86AB-7B53CF56161C}" srcOrd="1" destOrd="0" parTransId="{8B5B3638-39A8-4EFA-9A02-FE877123DB3A}" sibTransId="{46E48687-904B-46D9-B281-F7A7E9C8027D}"/>
    <dgm:cxn modelId="{B2F79C22-2F0E-42D8-AEA8-C2DACF8F1F44}" srcId="{240B50D8-7C3E-4805-BEBE-35C32368DE4A}" destId="{D848BDAE-03BA-4D6D-A1F7-54B1171DFA94}" srcOrd="0" destOrd="0" parTransId="{B5890D41-6A98-4CB7-8BE5-53A5D7860275}" sibTransId="{E8209C38-F581-4E8D-AC8F-7D8DF577F61B}"/>
    <dgm:cxn modelId="{B2818625-37DA-4011-B816-F5AFF04EE9C1}" type="presOf" srcId="{30AF2BF3-74E0-4F68-AB65-0E0EE3B0BBEC}" destId="{2C841886-3D1A-4C8C-86DF-77CE360F8DB8}" srcOrd="0" destOrd="0" presId="urn:microsoft.com/office/officeart/2005/8/layout/vList2"/>
    <dgm:cxn modelId="{A6C9AC29-11AD-4665-AE35-DF9C84120C9F}" srcId="{30AF2BF3-74E0-4F68-AB65-0E0EE3B0BBEC}" destId="{E84C722A-D0ED-4227-9F36-0974CEC4C4C6}" srcOrd="2" destOrd="0" parTransId="{D22C83A7-2285-4A43-841C-B812923C5D6D}" sibTransId="{36E07B23-3E82-4AE6-B8FB-2B3F2798A687}"/>
    <dgm:cxn modelId="{D0419139-CA02-41B6-B3D5-975BAE3DE9AB}" type="presOf" srcId="{240B50D8-7C3E-4805-BEBE-35C32368DE4A}" destId="{42F08D1C-4A3B-4E62-B6DF-A629A1319E46}" srcOrd="0" destOrd="0" presId="urn:microsoft.com/office/officeart/2005/8/layout/vList2"/>
    <dgm:cxn modelId="{96576293-C530-485A-917E-E2783071ED73}" srcId="{30AF2BF3-74E0-4F68-AB65-0E0EE3B0BBEC}" destId="{240B50D8-7C3E-4805-BEBE-35C32368DE4A}" srcOrd="3" destOrd="0" parTransId="{82D9A925-1C1A-48D1-B8A9-6D9927650987}" sibTransId="{24E40341-8983-49D9-9092-8057074222BA}"/>
    <dgm:cxn modelId="{824C40B2-4D8E-4792-AC9F-000E6EB80DBF}" type="presOf" srcId="{D848BDAE-03BA-4D6D-A1F7-54B1171DFA94}" destId="{71D59FCD-15E7-4540-8D12-2F9990FE8929}" srcOrd="0" destOrd="0" presId="urn:microsoft.com/office/officeart/2005/8/layout/vList2"/>
    <dgm:cxn modelId="{9A3A26DF-46F8-4530-8727-7914DF5FF1AD}" type="presOf" srcId="{C24DF660-EBC5-4E1B-986C-068E31DAE026}" destId="{D1B3D90C-C898-41D8-81FC-CC27D4D37A5F}" srcOrd="0" destOrd="0" presId="urn:microsoft.com/office/officeart/2005/8/layout/vList2"/>
    <dgm:cxn modelId="{4F7B65FF-FACC-4A55-84B8-BC9ED87EDE4B}" srcId="{30AF2BF3-74E0-4F68-AB65-0E0EE3B0BBEC}" destId="{C24DF660-EBC5-4E1B-986C-068E31DAE026}" srcOrd="0" destOrd="0" parTransId="{BB0D00FA-13F8-4FB8-8B2A-941F5A196703}" sibTransId="{67C743BD-A2BC-445B-BB6B-484CB9AB0B44}"/>
    <dgm:cxn modelId="{A58C4BFD-747C-4126-B56D-DACC8D0EABEA}" type="presParOf" srcId="{2C841886-3D1A-4C8C-86DF-77CE360F8DB8}" destId="{D1B3D90C-C898-41D8-81FC-CC27D4D37A5F}" srcOrd="0" destOrd="0" presId="urn:microsoft.com/office/officeart/2005/8/layout/vList2"/>
    <dgm:cxn modelId="{3D10E479-843A-4EA0-BB8E-20FCE46E3B28}" type="presParOf" srcId="{2C841886-3D1A-4C8C-86DF-77CE360F8DB8}" destId="{05E96663-B8C5-4A91-A930-889A5C70C21A}" srcOrd="1" destOrd="0" presId="urn:microsoft.com/office/officeart/2005/8/layout/vList2"/>
    <dgm:cxn modelId="{9B89FBE0-B323-4912-9106-B762C9B7E2B6}" type="presParOf" srcId="{2C841886-3D1A-4C8C-86DF-77CE360F8DB8}" destId="{E85900AF-90A6-46EC-9ED3-5C83D234CB16}" srcOrd="2" destOrd="0" presId="urn:microsoft.com/office/officeart/2005/8/layout/vList2"/>
    <dgm:cxn modelId="{1D17E33E-ABAF-4BB2-8A68-28A61C82AED0}" type="presParOf" srcId="{2C841886-3D1A-4C8C-86DF-77CE360F8DB8}" destId="{38B144EF-6AAA-4D30-BDCD-7146397E31EB}" srcOrd="3" destOrd="0" presId="urn:microsoft.com/office/officeart/2005/8/layout/vList2"/>
    <dgm:cxn modelId="{84718464-752A-40F2-9381-5085A59F23A8}" type="presParOf" srcId="{2C841886-3D1A-4C8C-86DF-77CE360F8DB8}" destId="{97F3CB50-30A6-456B-B6A9-E137FAF83611}" srcOrd="4" destOrd="0" presId="urn:microsoft.com/office/officeart/2005/8/layout/vList2"/>
    <dgm:cxn modelId="{9B8342B6-4D90-4339-A2E9-F4271D14F233}" type="presParOf" srcId="{2C841886-3D1A-4C8C-86DF-77CE360F8DB8}" destId="{00E68A24-95E7-453B-A02A-400C4FF73A84}" srcOrd="5" destOrd="0" presId="urn:microsoft.com/office/officeart/2005/8/layout/vList2"/>
    <dgm:cxn modelId="{D562EC86-55F2-4AA0-86EB-2C380BBE0063}" type="presParOf" srcId="{2C841886-3D1A-4C8C-86DF-77CE360F8DB8}" destId="{42F08D1C-4A3B-4E62-B6DF-A629A1319E46}" srcOrd="6" destOrd="0" presId="urn:microsoft.com/office/officeart/2005/8/layout/vList2"/>
    <dgm:cxn modelId="{AE981C09-E24A-4C70-88AC-8FCCD63BBD31}" type="presParOf" srcId="{2C841886-3D1A-4C8C-86DF-77CE360F8DB8}" destId="{71D59FCD-15E7-4540-8D12-2F9990FE892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CC4F009-37B9-4728-A0E4-11AF84E8FB5A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A3B0708-117F-4A76-A364-D92B483AAC9D}">
      <dgm:prSet/>
      <dgm:spPr/>
      <dgm:t>
        <a:bodyPr/>
        <a:lstStyle/>
        <a:p>
          <a:r>
            <a:rPr lang="en-GB"/>
            <a:t>Zwischenstand der Dateien in json gespeichert</a:t>
          </a:r>
          <a:endParaRPr lang="en-US"/>
        </a:p>
      </dgm:t>
    </dgm:pt>
    <dgm:pt modelId="{D92F318D-C1D6-4595-977D-D5AC9058BB8E}" type="parTrans" cxnId="{529DF3CF-5668-417F-BB90-760EE0E0986F}">
      <dgm:prSet/>
      <dgm:spPr/>
      <dgm:t>
        <a:bodyPr/>
        <a:lstStyle/>
        <a:p>
          <a:endParaRPr lang="en-US"/>
        </a:p>
      </dgm:t>
    </dgm:pt>
    <dgm:pt modelId="{8D33EA02-9CB5-43EC-A6B9-F78719F08768}" type="sibTrans" cxnId="{529DF3CF-5668-417F-BB90-760EE0E0986F}">
      <dgm:prSet/>
      <dgm:spPr/>
      <dgm:t>
        <a:bodyPr/>
        <a:lstStyle/>
        <a:p>
          <a:endParaRPr lang="en-US"/>
        </a:p>
      </dgm:t>
    </dgm:pt>
    <dgm:pt modelId="{CD0A6B61-0B07-4D96-A35F-2959BBBA6914}">
      <dgm:prSet/>
      <dgm:spPr/>
      <dgm:t>
        <a:bodyPr/>
        <a:lstStyle/>
        <a:p>
          <a:r>
            <a:rPr lang="en-GB"/>
            <a:t>Bei success -&gt; erledigt</a:t>
          </a:r>
          <a:endParaRPr lang="en-US"/>
        </a:p>
      </dgm:t>
    </dgm:pt>
    <dgm:pt modelId="{23465C10-AFD8-4BE7-95EF-804A3FC4FA05}" type="parTrans" cxnId="{49D81384-75F4-49B1-A661-AD430661DB74}">
      <dgm:prSet/>
      <dgm:spPr/>
      <dgm:t>
        <a:bodyPr/>
        <a:lstStyle/>
        <a:p>
          <a:endParaRPr lang="en-US"/>
        </a:p>
      </dgm:t>
    </dgm:pt>
    <dgm:pt modelId="{3C1BBE92-B6B5-42D9-B489-859BE48DB621}" type="sibTrans" cxnId="{49D81384-75F4-49B1-A661-AD430661DB74}">
      <dgm:prSet/>
      <dgm:spPr/>
      <dgm:t>
        <a:bodyPr/>
        <a:lstStyle/>
        <a:p>
          <a:endParaRPr lang="en-US"/>
        </a:p>
      </dgm:t>
    </dgm:pt>
    <dgm:pt modelId="{EDE4899A-A0EB-4C04-A5F3-C090F1B13136}">
      <dgm:prSet/>
      <dgm:spPr/>
      <dgm:t>
        <a:bodyPr/>
        <a:lstStyle/>
        <a:p>
          <a:r>
            <a:rPr lang="en-GB"/>
            <a:t>Bei failure -&gt; neu anfangen</a:t>
          </a:r>
          <a:endParaRPr lang="en-US"/>
        </a:p>
      </dgm:t>
    </dgm:pt>
    <dgm:pt modelId="{7666B6AD-EDE3-4587-9F6C-A6EF35B440C2}" type="parTrans" cxnId="{1521A8AE-3418-4741-B890-9811AED09029}">
      <dgm:prSet/>
      <dgm:spPr/>
      <dgm:t>
        <a:bodyPr/>
        <a:lstStyle/>
        <a:p>
          <a:endParaRPr lang="en-US"/>
        </a:p>
      </dgm:t>
    </dgm:pt>
    <dgm:pt modelId="{7FC430DE-0AA3-42F8-8942-6AFFA8EEE4F1}" type="sibTrans" cxnId="{1521A8AE-3418-4741-B890-9811AED09029}">
      <dgm:prSet/>
      <dgm:spPr/>
      <dgm:t>
        <a:bodyPr/>
        <a:lstStyle/>
        <a:p>
          <a:endParaRPr lang="en-US"/>
        </a:p>
      </dgm:t>
    </dgm:pt>
    <dgm:pt modelId="{70169818-6F00-4D1D-97AA-6C0E8CC5716C}" type="pres">
      <dgm:prSet presAssocID="{7CC4F009-37B9-4728-A0E4-11AF84E8FB5A}" presName="vert0" presStyleCnt="0">
        <dgm:presLayoutVars>
          <dgm:dir/>
          <dgm:animOne val="branch"/>
          <dgm:animLvl val="lvl"/>
        </dgm:presLayoutVars>
      </dgm:prSet>
      <dgm:spPr/>
    </dgm:pt>
    <dgm:pt modelId="{3B723BEA-B59E-4521-8C22-75807EBF9A3D}" type="pres">
      <dgm:prSet presAssocID="{FA3B0708-117F-4A76-A364-D92B483AAC9D}" presName="thickLine" presStyleLbl="alignNode1" presStyleIdx="0" presStyleCnt="3"/>
      <dgm:spPr/>
    </dgm:pt>
    <dgm:pt modelId="{70419AD2-55CD-4D7A-BB0B-6171981F7CF4}" type="pres">
      <dgm:prSet presAssocID="{FA3B0708-117F-4A76-A364-D92B483AAC9D}" presName="horz1" presStyleCnt="0"/>
      <dgm:spPr/>
    </dgm:pt>
    <dgm:pt modelId="{BE0C3960-8BFE-48E6-8B70-218D9BE24109}" type="pres">
      <dgm:prSet presAssocID="{FA3B0708-117F-4A76-A364-D92B483AAC9D}" presName="tx1" presStyleLbl="revTx" presStyleIdx="0" presStyleCnt="3"/>
      <dgm:spPr/>
    </dgm:pt>
    <dgm:pt modelId="{A81BE9EB-54CB-467C-83AD-6BF9B66CF3C3}" type="pres">
      <dgm:prSet presAssocID="{FA3B0708-117F-4A76-A364-D92B483AAC9D}" presName="vert1" presStyleCnt="0"/>
      <dgm:spPr/>
    </dgm:pt>
    <dgm:pt modelId="{DA815E98-7067-49F4-8C73-EB3F598BFE5E}" type="pres">
      <dgm:prSet presAssocID="{CD0A6B61-0B07-4D96-A35F-2959BBBA6914}" presName="thickLine" presStyleLbl="alignNode1" presStyleIdx="1" presStyleCnt="3"/>
      <dgm:spPr/>
    </dgm:pt>
    <dgm:pt modelId="{C1053724-529A-41F8-BD44-058CD2F911B4}" type="pres">
      <dgm:prSet presAssocID="{CD0A6B61-0B07-4D96-A35F-2959BBBA6914}" presName="horz1" presStyleCnt="0"/>
      <dgm:spPr/>
    </dgm:pt>
    <dgm:pt modelId="{49951B9A-D4AF-4492-8D47-520FCF695D03}" type="pres">
      <dgm:prSet presAssocID="{CD0A6B61-0B07-4D96-A35F-2959BBBA6914}" presName="tx1" presStyleLbl="revTx" presStyleIdx="1" presStyleCnt="3"/>
      <dgm:spPr/>
    </dgm:pt>
    <dgm:pt modelId="{4E9D8076-7E58-4379-BB46-5608368D243C}" type="pres">
      <dgm:prSet presAssocID="{CD0A6B61-0B07-4D96-A35F-2959BBBA6914}" presName="vert1" presStyleCnt="0"/>
      <dgm:spPr/>
    </dgm:pt>
    <dgm:pt modelId="{F5F5146B-BD1F-4FD8-971D-14E655EE852B}" type="pres">
      <dgm:prSet presAssocID="{EDE4899A-A0EB-4C04-A5F3-C090F1B13136}" presName="thickLine" presStyleLbl="alignNode1" presStyleIdx="2" presStyleCnt="3"/>
      <dgm:spPr/>
    </dgm:pt>
    <dgm:pt modelId="{2D8F8330-2BFF-4CBD-A3EE-13A3861A2622}" type="pres">
      <dgm:prSet presAssocID="{EDE4899A-A0EB-4C04-A5F3-C090F1B13136}" presName="horz1" presStyleCnt="0"/>
      <dgm:spPr/>
    </dgm:pt>
    <dgm:pt modelId="{0BD5BE7E-FE26-42BB-A41A-59E99A503AE2}" type="pres">
      <dgm:prSet presAssocID="{EDE4899A-A0EB-4C04-A5F3-C090F1B13136}" presName="tx1" presStyleLbl="revTx" presStyleIdx="2" presStyleCnt="3"/>
      <dgm:spPr/>
    </dgm:pt>
    <dgm:pt modelId="{BABE9C7F-6AAF-47F1-9C7F-160CBACA3C07}" type="pres">
      <dgm:prSet presAssocID="{EDE4899A-A0EB-4C04-A5F3-C090F1B13136}" presName="vert1" presStyleCnt="0"/>
      <dgm:spPr/>
    </dgm:pt>
  </dgm:ptLst>
  <dgm:cxnLst>
    <dgm:cxn modelId="{3F992C16-1696-4B2B-A97B-0A8E35B31BA3}" type="presOf" srcId="{CD0A6B61-0B07-4D96-A35F-2959BBBA6914}" destId="{49951B9A-D4AF-4492-8D47-520FCF695D03}" srcOrd="0" destOrd="0" presId="urn:microsoft.com/office/officeart/2008/layout/LinedList"/>
    <dgm:cxn modelId="{49D81384-75F4-49B1-A661-AD430661DB74}" srcId="{7CC4F009-37B9-4728-A0E4-11AF84E8FB5A}" destId="{CD0A6B61-0B07-4D96-A35F-2959BBBA6914}" srcOrd="1" destOrd="0" parTransId="{23465C10-AFD8-4BE7-95EF-804A3FC4FA05}" sibTransId="{3C1BBE92-B6B5-42D9-B489-859BE48DB621}"/>
    <dgm:cxn modelId="{1521A8AE-3418-4741-B890-9811AED09029}" srcId="{7CC4F009-37B9-4728-A0E4-11AF84E8FB5A}" destId="{EDE4899A-A0EB-4C04-A5F3-C090F1B13136}" srcOrd="2" destOrd="0" parTransId="{7666B6AD-EDE3-4587-9F6C-A6EF35B440C2}" sibTransId="{7FC430DE-0AA3-42F8-8942-6AFFA8EEE4F1}"/>
    <dgm:cxn modelId="{529DF3CF-5668-417F-BB90-760EE0E0986F}" srcId="{7CC4F009-37B9-4728-A0E4-11AF84E8FB5A}" destId="{FA3B0708-117F-4A76-A364-D92B483AAC9D}" srcOrd="0" destOrd="0" parTransId="{D92F318D-C1D6-4595-977D-D5AC9058BB8E}" sibTransId="{8D33EA02-9CB5-43EC-A6B9-F78719F08768}"/>
    <dgm:cxn modelId="{AE065FDF-1582-4CA0-86CD-3B264BE7ED2F}" type="presOf" srcId="{7CC4F009-37B9-4728-A0E4-11AF84E8FB5A}" destId="{70169818-6F00-4D1D-97AA-6C0E8CC5716C}" srcOrd="0" destOrd="0" presId="urn:microsoft.com/office/officeart/2008/layout/LinedList"/>
    <dgm:cxn modelId="{8C0971EB-25FA-4761-9830-2F3690E3E53C}" type="presOf" srcId="{FA3B0708-117F-4A76-A364-D92B483AAC9D}" destId="{BE0C3960-8BFE-48E6-8B70-218D9BE24109}" srcOrd="0" destOrd="0" presId="urn:microsoft.com/office/officeart/2008/layout/LinedList"/>
    <dgm:cxn modelId="{23F87EEE-5114-4C7E-BAB4-793B723D9114}" type="presOf" srcId="{EDE4899A-A0EB-4C04-A5F3-C090F1B13136}" destId="{0BD5BE7E-FE26-42BB-A41A-59E99A503AE2}" srcOrd="0" destOrd="0" presId="urn:microsoft.com/office/officeart/2008/layout/LinedList"/>
    <dgm:cxn modelId="{8983F8CA-9CAF-4268-8FEB-27E1E6D790CC}" type="presParOf" srcId="{70169818-6F00-4D1D-97AA-6C0E8CC5716C}" destId="{3B723BEA-B59E-4521-8C22-75807EBF9A3D}" srcOrd="0" destOrd="0" presId="urn:microsoft.com/office/officeart/2008/layout/LinedList"/>
    <dgm:cxn modelId="{15C3343F-68B9-4B4D-B1BE-8DF517DDA86C}" type="presParOf" srcId="{70169818-6F00-4D1D-97AA-6C0E8CC5716C}" destId="{70419AD2-55CD-4D7A-BB0B-6171981F7CF4}" srcOrd="1" destOrd="0" presId="urn:microsoft.com/office/officeart/2008/layout/LinedList"/>
    <dgm:cxn modelId="{5EFC515A-1C1D-403C-BCB4-95CB4E248068}" type="presParOf" srcId="{70419AD2-55CD-4D7A-BB0B-6171981F7CF4}" destId="{BE0C3960-8BFE-48E6-8B70-218D9BE24109}" srcOrd="0" destOrd="0" presId="urn:microsoft.com/office/officeart/2008/layout/LinedList"/>
    <dgm:cxn modelId="{ED183943-8EB6-425A-8975-DD7E76980EE3}" type="presParOf" srcId="{70419AD2-55CD-4D7A-BB0B-6171981F7CF4}" destId="{A81BE9EB-54CB-467C-83AD-6BF9B66CF3C3}" srcOrd="1" destOrd="0" presId="urn:microsoft.com/office/officeart/2008/layout/LinedList"/>
    <dgm:cxn modelId="{CE61B7B1-198E-4523-944F-1AD2BA23B73E}" type="presParOf" srcId="{70169818-6F00-4D1D-97AA-6C0E8CC5716C}" destId="{DA815E98-7067-49F4-8C73-EB3F598BFE5E}" srcOrd="2" destOrd="0" presId="urn:microsoft.com/office/officeart/2008/layout/LinedList"/>
    <dgm:cxn modelId="{3CD2D006-233E-440A-9DA8-10294A9BC319}" type="presParOf" srcId="{70169818-6F00-4D1D-97AA-6C0E8CC5716C}" destId="{C1053724-529A-41F8-BD44-058CD2F911B4}" srcOrd="3" destOrd="0" presId="urn:microsoft.com/office/officeart/2008/layout/LinedList"/>
    <dgm:cxn modelId="{6941443A-8168-48F1-A344-DB17348AA05C}" type="presParOf" srcId="{C1053724-529A-41F8-BD44-058CD2F911B4}" destId="{49951B9A-D4AF-4492-8D47-520FCF695D03}" srcOrd="0" destOrd="0" presId="urn:microsoft.com/office/officeart/2008/layout/LinedList"/>
    <dgm:cxn modelId="{51AC816A-155F-4134-9B52-B1A99D6DAF4B}" type="presParOf" srcId="{C1053724-529A-41F8-BD44-058CD2F911B4}" destId="{4E9D8076-7E58-4379-BB46-5608368D243C}" srcOrd="1" destOrd="0" presId="urn:microsoft.com/office/officeart/2008/layout/LinedList"/>
    <dgm:cxn modelId="{6F3B10B7-C03C-4991-848F-B7182D1B0E41}" type="presParOf" srcId="{70169818-6F00-4D1D-97AA-6C0E8CC5716C}" destId="{F5F5146B-BD1F-4FD8-971D-14E655EE852B}" srcOrd="4" destOrd="0" presId="urn:microsoft.com/office/officeart/2008/layout/LinedList"/>
    <dgm:cxn modelId="{0DA9C92E-E1A6-46C9-8CDE-B4FD2C5D11B7}" type="presParOf" srcId="{70169818-6F00-4D1D-97AA-6C0E8CC5716C}" destId="{2D8F8330-2BFF-4CBD-A3EE-13A3861A2622}" srcOrd="5" destOrd="0" presId="urn:microsoft.com/office/officeart/2008/layout/LinedList"/>
    <dgm:cxn modelId="{76AA7282-80F6-4B81-9627-5E47563F7C8D}" type="presParOf" srcId="{2D8F8330-2BFF-4CBD-A3EE-13A3861A2622}" destId="{0BD5BE7E-FE26-42BB-A41A-59E99A503AE2}" srcOrd="0" destOrd="0" presId="urn:microsoft.com/office/officeart/2008/layout/LinedList"/>
    <dgm:cxn modelId="{47F017E8-D7C8-44FE-BB89-78292CA8FBBF}" type="presParOf" srcId="{2D8F8330-2BFF-4CBD-A3EE-13A3861A2622}" destId="{BABE9C7F-6AAF-47F1-9C7F-160CBACA3C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09C1CF4-D1FE-4DD1-B0E9-D3F8E6DB6D2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DE8CE1-AB03-430D-9523-D9E2AB45F378}">
      <dgm:prSet/>
      <dgm:spPr/>
      <dgm:t>
        <a:bodyPr/>
        <a:lstStyle/>
        <a:p>
          <a:r>
            <a:rPr lang="en-GB"/>
            <a:t>Build konnte ohne Probleme ausgeführt werden</a:t>
          </a:r>
          <a:endParaRPr lang="en-US"/>
        </a:p>
      </dgm:t>
    </dgm:pt>
    <dgm:pt modelId="{CDA5228F-F72E-4EEB-9F70-E12873C288DA}" type="parTrans" cxnId="{51951B2A-CF99-4F97-933D-A61416480E94}">
      <dgm:prSet/>
      <dgm:spPr/>
      <dgm:t>
        <a:bodyPr/>
        <a:lstStyle/>
        <a:p>
          <a:endParaRPr lang="en-US"/>
        </a:p>
      </dgm:t>
    </dgm:pt>
    <dgm:pt modelId="{3386B8D7-F07A-4D20-80A8-024C2513EBA1}" type="sibTrans" cxnId="{51951B2A-CF99-4F97-933D-A61416480E94}">
      <dgm:prSet/>
      <dgm:spPr/>
      <dgm:t>
        <a:bodyPr/>
        <a:lstStyle/>
        <a:p>
          <a:endParaRPr lang="en-US"/>
        </a:p>
      </dgm:t>
    </dgm:pt>
    <dgm:pt modelId="{2E73724C-AB33-4C1B-9653-D9AC7FFF5503}">
      <dgm:prSet/>
      <dgm:spPr/>
      <dgm:t>
        <a:bodyPr/>
        <a:lstStyle/>
        <a:p>
          <a:r>
            <a:rPr lang="en-GB"/>
            <a:t>Programm ist funktional gleich</a:t>
          </a:r>
          <a:endParaRPr lang="en-US"/>
        </a:p>
      </dgm:t>
    </dgm:pt>
    <dgm:pt modelId="{DBCA7426-A33A-4465-B5C3-A5101AD5AE95}" type="parTrans" cxnId="{6C892A40-CD0A-4179-A1CD-E1D13AC27D8A}">
      <dgm:prSet/>
      <dgm:spPr/>
      <dgm:t>
        <a:bodyPr/>
        <a:lstStyle/>
        <a:p>
          <a:endParaRPr lang="en-US"/>
        </a:p>
      </dgm:t>
    </dgm:pt>
    <dgm:pt modelId="{B56E2C43-66C3-4F1C-93CA-73B0C146BBF3}" type="sibTrans" cxnId="{6C892A40-CD0A-4179-A1CD-E1D13AC27D8A}">
      <dgm:prSet/>
      <dgm:spPr/>
      <dgm:t>
        <a:bodyPr/>
        <a:lstStyle/>
        <a:p>
          <a:endParaRPr lang="en-US"/>
        </a:p>
      </dgm:t>
    </dgm:pt>
    <dgm:pt modelId="{C7688DDF-F03C-4C90-97D1-86D5C027E323}">
      <dgm:prSet/>
      <dgm:spPr/>
      <dgm:t>
        <a:bodyPr/>
        <a:lstStyle/>
        <a:p>
          <a:r>
            <a:rPr lang="en-GB"/>
            <a:t>Verwendung von z.B. ObservableList</a:t>
          </a:r>
          <a:endParaRPr lang="en-US"/>
        </a:p>
      </dgm:t>
    </dgm:pt>
    <dgm:pt modelId="{EFB36BD1-A005-439B-9D5D-649F08CBC980}" type="parTrans" cxnId="{A7F5EF60-A829-4DCB-A3DC-BC1706CFB53F}">
      <dgm:prSet/>
      <dgm:spPr/>
      <dgm:t>
        <a:bodyPr/>
        <a:lstStyle/>
        <a:p>
          <a:endParaRPr lang="en-US"/>
        </a:p>
      </dgm:t>
    </dgm:pt>
    <dgm:pt modelId="{BD409537-2FCA-447B-A291-3BE9ED9CEE18}" type="sibTrans" cxnId="{A7F5EF60-A829-4DCB-A3DC-BC1706CFB53F}">
      <dgm:prSet/>
      <dgm:spPr/>
      <dgm:t>
        <a:bodyPr/>
        <a:lstStyle/>
        <a:p>
          <a:endParaRPr lang="en-US"/>
        </a:p>
      </dgm:t>
    </dgm:pt>
    <dgm:pt modelId="{7D2740C4-EE29-4EF3-AF74-71FA1943342D}">
      <dgm:prSet/>
      <dgm:spPr/>
      <dgm:t>
        <a:bodyPr/>
        <a:lstStyle/>
        <a:p>
          <a:r>
            <a:rPr lang="en-GB" dirty="0"/>
            <a:t>Lief </a:t>
          </a:r>
          <a:r>
            <a:rPr lang="en-GB" dirty="0" err="1"/>
            <a:t>nach</a:t>
          </a:r>
          <a:r>
            <a:rPr lang="en-GB" dirty="0"/>
            <a:t> Start des </a:t>
          </a:r>
          <a:r>
            <a:rPr lang="en-GB" dirty="0" err="1"/>
            <a:t>Skripts</a:t>
          </a:r>
          <a:r>
            <a:rPr lang="en-GB" dirty="0"/>
            <a:t> </a:t>
          </a:r>
          <a:r>
            <a:rPr lang="en-GB" dirty="0" err="1"/>
            <a:t>durch</a:t>
          </a:r>
          <a:endParaRPr lang="en-US" dirty="0"/>
        </a:p>
      </dgm:t>
    </dgm:pt>
    <dgm:pt modelId="{8C57A6EB-B694-4AEC-BED8-37DBB0406ACA}" type="parTrans" cxnId="{F0A7FED3-7441-406F-ACF9-BF31A58893FA}">
      <dgm:prSet/>
      <dgm:spPr/>
      <dgm:t>
        <a:bodyPr/>
        <a:lstStyle/>
        <a:p>
          <a:endParaRPr lang="en-US"/>
        </a:p>
      </dgm:t>
    </dgm:pt>
    <dgm:pt modelId="{497CCB31-A98F-4F66-AAD9-449D5E06EA04}" type="sibTrans" cxnId="{F0A7FED3-7441-406F-ACF9-BF31A58893FA}">
      <dgm:prSet/>
      <dgm:spPr/>
      <dgm:t>
        <a:bodyPr/>
        <a:lstStyle/>
        <a:p>
          <a:endParaRPr lang="en-US"/>
        </a:p>
      </dgm:t>
    </dgm:pt>
    <dgm:pt modelId="{219D245F-BBB4-42A2-BEB1-719D79C7707F}" type="pres">
      <dgm:prSet presAssocID="{409C1CF4-D1FE-4DD1-B0E9-D3F8E6DB6D24}" presName="vert0" presStyleCnt="0">
        <dgm:presLayoutVars>
          <dgm:dir/>
          <dgm:animOne val="branch"/>
          <dgm:animLvl val="lvl"/>
        </dgm:presLayoutVars>
      </dgm:prSet>
      <dgm:spPr/>
    </dgm:pt>
    <dgm:pt modelId="{EED11333-A628-40A3-8126-51C838A60480}" type="pres">
      <dgm:prSet presAssocID="{80DE8CE1-AB03-430D-9523-D9E2AB45F378}" presName="thickLine" presStyleLbl="alignNode1" presStyleIdx="0" presStyleCnt="4"/>
      <dgm:spPr/>
    </dgm:pt>
    <dgm:pt modelId="{383537B1-E9E1-4931-BD52-8F188C2057F6}" type="pres">
      <dgm:prSet presAssocID="{80DE8CE1-AB03-430D-9523-D9E2AB45F378}" presName="horz1" presStyleCnt="0"/>
      <dgm:spPr/>
    </dgm:pt>
    <dgm:pt modelId="{E635F8C9-C75F-4DF0-8EC2-D4FA6BFC8341}" type="pres">
      <dgm:prSet presAssocID="{80DE8CE1-AB03-430D-9523-D9E2AB45F378}" presName="tx1" presStyleLbl="revTx" presStyleIdx="0" presStyleCnt="4"/>
      <dgm:spPr/>
    </dgm:pt>
    <dgm:pt modelId="{F6A2CF76-6003-4DDB-B0A7-2C053A689D46}" type="pres">
      <dgm:prSet presAssocID="{80DE8CE1-AB03-430D-9523-D9E2AB45F378}" presName="vert1" presStyleCnt="0"/>
      <dgm:spPr/>
    </dgm:pt>
    <dgm:pt modelId="{F7442825-6152-4BEE-ACC0-8912094A8F8C}" type="pres">
      <dgm:prSet presAssocID="{2E73724C-AB33-4C1B-9653-D9AC7FFF5503}" presName="thickLine" presStyleLbl="alignNode1" presStyleIdx="1" presStyleCnt="4"/>
      <dgm:spPr/>
    </dgm:pt>
    <dgm:pt modelId="{0B7A92D5-5CEC-4271-90ED-32917CFC08A8}" type="pres">
      <dgm:prSet presAssocID="{2E73724C-AB33-4C1B-9653-D9AC7FFF5503}" presName="horz1" presStyleCnt="0"/>
      <dgm:spPr/>
    </dgm:pt>
    <dgm:pt modelId="{16529202-34A3-4675-A221-E7C347E4E866}" type="pres">
      <dgm:prSet presAssocID="{2E73724C-AB33-4C1B-9653-D9AC7FFF5503}" presName="tx1" presStyleLbl="revTx" presStyleIdx="1" presStyleCnt="4"/>
      <dgm:spPr/>
    </dgm:pt>
    <dgm:pt modelId="{04229C9A-AE43-46A2-9F31-C00E1C153D1C}" type="pres">
      <dgm:prSet presAssocID="{2E73724C-AB33-4C1B-9653-D9AC7FFF5503}" presName="vert1" presStyleCnt="0"/>
      <dgm:spPr/>
    </dgm:pt>
    <dgm:pt modelId="{2B099C06-69FC-40E4-AC32-E3F32CF499FE}" type="pres">
      <dgm:prSet presAssocID="{C7688DDF-F03C-4C90-97D1-86D5C027E323}" presName="thickLine" presStyleLbl="alignNode1" presStyleIdx="2" presStyleCnt="4"/>
      <dgm:spPr/>
    </dgm:pt>
    <dgm:pt modelId="{24AB24C1-A20D-452D-9AA1-C33E03C27DC5}" type="pres">
      <dgm:prSet presAssocID="{C7688DDF-F03C-4C90-97D1-86D5C027E323}" presName="horz1" presStyleCnt="0"/>
      <dgm:spPr/>
    </dgm:pt>
    <dgm:pt modelId="{3657E328-2E02-42F4-B02A-43D02B2423CE}" type="pres">
      <dgm:prSet presAssocID="{C7688DDF-F03C-4C90-97D1-86D5C027E323}" presName="tx1" presStyleLbl="revTx" presStyleIdx="2" presStyleCnt="4"/>
      <dgm:spPr/>
    </dgm:pt>
    <dgm:pt modelId="{2DB1187A-2845-4E2F-89A8-A85718230BA4}" type="pres">
      <dgm:prSet presAssocID="{C7688DDF-F03C-4C90-97D1-86D5C027E323}" presName="vert1" presStyleCnt="0"/>
      <dgm:spPr/>
    </dgm:pt>
    <dgm:pt modelId="{D07E3D37-18D1-4DAA-BB24-5B1C8E769C26}" type="pres">
      <dgm:prSet presAssocID="{7D2740C4-EE29-4EF3-AF74-71FA1943342D}" presName="thickLine" presStyleLbl="alignNode1" presStyleIdx="3" presStyleCnt="4"/>
      <dgm:spPr/>
    </dgm:pt>
    <dgm:pt modelId="{2B58408B-D698-4E85-BC9D-1527E7444DF6}" type="pres">
      <dgm:prSet presAssocID="{7D2740C4-EE29-4EF3-AF74-71FA1943342D}" presName="horz1" presStyleCnt="0"/>
      <dgm:spPr/>
    </dgm:pt>
    <dgm:pt modelId="{2D23E825-60A0-448B-8942-28D2787684D7}" type="pres">
      <dgm:prSet presAssocID="{7D2740C4-EE29-4EF3-AF74-71FA1943342D}" presName="tx1" presStyleLbl="revTx" presStyleIdx="3" presStyleCnt="4"/>
      <dgm:spPr/>
    </dgm:pt>
    <dgm:pt modelId="{0CD24E68-99A8-47A6-B326-4AA4DA77DF05}" type="pres">
      <dgm:prSet presAssocID="{7D2740C4-EE29-4EF3-AF74-71FA1943342D}" presName="vert1" presStyleCnt="0"/>
      <dgm:spPr/>
    </dgm:pt>
  </dgm:ptLst>
  <dgm:cxnLst>
    <dgm:cxn modelId="{D1BDB618-CDEC-4C6A-AD64-416123816BE4}" type="presOf" srcId="{C7688DDF-F03C-4C90-97D1-86D5C027E323}" destId="{3657E328-2E02-42F4-B02A-43D02B2423CE}" srcOrd="0" destOrd="0" presId="urn:microsoft.com/office/officeart/2008/layout/LinedList"/>
    <dgm:cxn modelId="{51951B2A-CF99-4F97-933D-A61416480E94}" srcId="{409C1CF4-D1FE-4DD1-B0E9-D3F8E6DB6D24}" destId="{80DE8CE1-AB03-430D-9523-D9E2AB45F378}" srcOrd="0" destOrd="0" parTransId="{CDA5228F-F72E-4EEB-9F70-E12873C288DA}" sibTransId="{3386B8D7-F07A-4D20-80A8-024C2513EBA1}"/>
    <dgm:cxn modelId="{C5DB0B2C-02C5-4C12-BD90-DBB9BCA1B4FB}" type="presOf" srcId="{409C1CF4-D1FE-4DD1-B0E9-D3F8E6DB6D24}" destId="{219D245F-BBB4-42A2-BEB1-719D79C7707F}" srcOrd="0" destOrd="0" presId="urn:microsoft.com/office/officeart/2008/layout/LinedList"/>
    <dgm:cxn modelId="{208DFC32-7071-4CAA-8142-08CDB8D5CCD2}" type="presOf" srcId="{7D2740C4-EE29-4EF3-AF74-71FA1943342D}" destId="{2D23E825-60A0-448B-8942-28D2787684D7}" srcOrd="0" destOrd="0" presId="urn:microsoft.com/office/officeart/2008/layout/LinedList"/>
    <dgm:cxn modelId="{6C892A40-CD0A-4179-A1CD-E1D13AC27D8A}" srcId="{409C1CF4-D1FE-4DD1-B0E9-D3F8E6DB6D24}" destId="{2E73724C-AB33-4C1B-9653-D9AC7FFF5503}" srcOrd="1" destOrd="0" parTransId="{DBCA7426-A33A-4465-B5C3-A5101AD5AE95}" sibTransId="{B56E2C43-66C3-4F1C-93CA-73B0C146BBF3}"/>
    <dgm:cxn modelId="{A7F5EF60-A829-4DCB-A3DC-BC1706CFB53F}" srcId="{409C1CF4-D1FE-4DD1-B0E9-D3F8E6DB6D24}" destId="{C7688DDF-F03C-4C90-97D1-86D5C027E323}" srcOrd="2" destOrd="0" parTransId="{EFB36BD1-A005-439B-9D5D-649F08CBC980}" sibTransId="{BD409537-2FCA-447B-A291-3BE9ED9CEE18}"/>
    <dgm:cxn modelId="{588C567B-EE00-42A6-9CC8-8BD8797DC835}" type="presOf" srcId="{80DE8CE1-AB03-430D-9523-D9E2AB45F378}" destId="{E635F8C9-C75F-4DF0-8EC2-D4FA6BFC8341}" srcOrd="0" destOrd="0" presId="urn:microsoft.com/office/officeart/2008/layout/LinedList"/>
    <dgm:cxn modelId="{8AF699B8-1C88-4921-B928-85F3C542312E}" type="presOf" srcId="{2E73724C-AB33-4C1B-9653-D9AC7FFF5503}" destId="{16529202-34A3-4675-A221-E7C347E4E866}" srcOrd="0" destOrd="0" presId="urn:microsoft.com/office/officeart/2008/layout/LinedList"/>
    <dgm:cxn modelId="{F0A7FED3-7441-406F-ACF9-BF31A58893FA}" srcId="{409C1CF4-D1FE-4DD1-B0E9-D3F8E6DB6D24}" destId="{7D2740C4-EE29-4EF3-AF74-71FA1943342D}" srcOrd="3" destOrd="0" parTransId="{8C57A6EB-B694-4AEC-BED8-37DBB0406ACA}" sibTransId="{497CCB31-A98F-4F66-AAD9-449D5E06EA04}"/>
    <dgm:cxn modelId="{33EC9CB3-1B7B-4193-91B1-4C304D3F65BF}" type="presParOf" srcId="{219D245F-BBB4-42A2-BEB1-719D79C7707F}" destId="{EED11333-A628-40A3-8126-51C838A60480}" srcOrd="0" destOrd="0" presId="urn:microsoft.com/office/officeart/2008/layout/LinedList"/>
    <dgm:cxn modelId="{D2ACCDEB-8E43-43EF-AD52-A0A5A9B2497F}" type="presParOf" srcId="{219D245F-BBB4-42A2-BEB1-719D79C7707F}" destId="{383537B1-E9E1-4931-BD52-8F188C2057F6}" srcOrd="1" destOrd="0" presId="urn:microsoft.com/office/officeart/2008/layout/LinedList"/>
    <dgm:cxn modelId="{D2EF67AB-CCF0-4244-A36E-CD79F28BD0D6}" type="presParOf" srcId="{383537B1-E9E1-4931-BD52-8F188C2057F6}" destId="{E635F8C9-C75F-4DF0-8EC2-D4FA6BFC8341}" srcOrd="0" destOrd="0" presId="urn:microsoft.com/office/officeart/2008/layout/LinedList"/>
    <dgm:cxn modelId="{C1733878-2E0F-4A4F-95C7-A193AE97397A}" type="presParOf" srcId="{383537B1-E9E1-4931-BD52-8F188C2057F6}" destId="{F6A2CF76-6003-4DDB-B0A7-2C053A689D46}" srcOrd="1" destOrd="0" presId="urn:microsoft.com/office/officeart/2008/layout/LinedList"/>
    <dgm:cxn modelId="{E300B64A-7352-4849-B557-E3D4B47B1C33}" type="presParOf" srcId="{219D245F-BBB4-42A2-BEB1-719D79C7707F}" destId="{F7442825-6152-4BEE-ACC0-8912094A8F8C}" srcOrd="2" destOrd="0" presId="urn:microsoft.com/office/officeart/2008/layout/LinedList"/>
    <dgm:cxn modelId="{83F65FE4-7A99-45B4-829A-D8A9F0A41DD0}" type="presParOf" srcId="{219D245F-BBB4-42A2-BEB1-719D79C7707F}" destId="{0B7A92D5-5CEC-4271-90ED-32917CFC08A8}" srcOrd="3" destOrd="0" presId="urn:microsoft.com/office/officeart/2008/layout/LinedList"/>
    <dgm:cxn modelId="{1052879B-623A-4339-A727-437FA08C244A}" type="presParOf" srcId="{0B7A92D5-5CEC-4271-90ED-32917CFC08A8}" destId="{16529202-34A3-4675-A221-E7C347E4E866}" srcOrd="0" destOrd="0" presId="urn:microsoft.com/office/officeart/2008/layout/LinedList"/>
    <dgm:cxn modelId="{7520D0FF-4375-46D0-9643-ABDB41D90443}" type="presParOf" srcId="{0B7A92D5-5CEC-4271-90ED-32917CFC08A8}" destId="{04229C9A-AE43-46A2-9F31-C00E1C153D1C}" srcOrd="1" destOrd="0" presId="urn:microsoft.com/office/officeart/2008/layout/LinedList"/>
    <dgm:cxn modelId="{AC7F8E2B-C72E-4D32-8FBD-2020448C05FB}" type="presParOf" srcId="{219D245F-BBB4-42A2-BEB1-719D79C7707F}" destId="{2B099C06-69FC-40E4-AC32-E3F32CF499FE}" srcOrd="4" destOrd="0" presId="urn:microsoft.com/office/officeart/2008/layout/LinedList"/>
    <dgm:cxn modelId="{F9989022-BB60-4B16-A31B-CB8AF4B1F4C4}" type="presParOf" srcId="{219D245F-BBB4-42A2-BEB1-719D79C7707F}" destId="{24AB24C1-A20D-452D-9AA1-C33E03C27DC5}" srcOrd="5" destOrd="0" presId="urn:microsoft.com/office/officeart/2008/layout/LinedList"/>
    <dgm:cxn modelId="{9198B94F-5322-496D-8FDA-02CDB81D908A}" type="presParOf" srcId="{24AB24C1-A20D-452D-9AA1-C33E03C27DC5}" destId="{3657E328-2E02-42F4-B02A-43D02B2423CE}" srcOrd="0" destOrd="0" presId="urn:microsoft.com/office/officeart/2008/layout/LinedList"/>
    <dgm:cxn modelId="{684FD40D-D2BF-43BC-8DDD-1F9751593E72}" type="presParOf" srcId="{24AB24C1-A20D-452D-9AA1-C33E03C27DC5}" destId="{2DB1187A-2845-4E2F-89A8-A85718230BA4}" srcOrd="1" destOrd="0" presId="urn:microsoft.com/office/officeart/2008/layout/LinedList"/>
    <dgm:cxn modelId="{069D1CCB-9FCE-4616-9AFF-A1F57A62307D}" type="presParOf" srcId="{219D245F-BBB4-42A2-BEB1-719D79C7707F}" destId="{D07E3D37-18D1-4DAA-BB24-5B1C8E769C26}" srcOrd="6" destOrd="0" presId="urn:microsoft.com/office/officeart/2008/layout/LinedList"/>
    <dgm:cxn modelId="{541E7FDA-6A6F-4D5F-B0CB-B38F946F974D}" type="presParOf" srcId="{219D245F-BBB4-42A2-BEB1-719D79C7707F}" destId="{2B58408B-D698-4E85-BC9D-1527E7444DF6}" srcOrd="7" destOrd="0" presId="urn:microsoft.com/office/officeart/2008/layout/LinedList"/>
    <dgm:cxn modelId="{369B5AD2-D4B3-4448-9B32-A11D62AB568C}" type="presParOf" srcId="{2B58408B-D698-4E85-BC9D-1527E7444DF6}" destId="{2D23E825-60A0-448B-8942-28D2787684D7}" srcOrd="0" destOrd="0" presId="urn:microsoft.com/office/officeart/2008/layout/LinedList"/>
    <dgm:cxn modelId="{79AA0BAF-D39F-4C52-9474-343CF837F82D}" type="presParOf" srcId="{2B58408B-D698-4E85-BC9D-1527E7444DF6}" destId="{0CD24E68-99A8-47A6-B326-4AA4DA77DF0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8992576-4B2D-4EF1-A86F-703BFDA4163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3C90BF-C76C-41B5-99C6-E337D5AE3DE9}">
      <dgm:prSet/>
      <dgm:spPr/>
      <dgm:t>
        <a:bodyPr/>
        <a:lstStyle/>
        <a:p>
          <a:r>
            <a:rPr lang="en-GB"/>
            <a:t>Verwendung von modernen Sprachfeatures (z.B. Lambda-Eventhandler)</a:t>
          </a:r>
          <a:endParaRPr lang="en-US"/>
        </a:p>
      </dgm:t>
    </dgm:pt>
    <dgm:pt modelId="{60145AD4-432F-40D8-BC1A-BB7D1386C519}" type="parTrans" cxnId="{FBD470C4-5F08-4797-A5F6-6D4A03EE3F8E}">
      <dgm:prSet/>
      <dgm:spPr/>
      <dgm:t>
        <a:bodyPr/>
        <a:lstStyle/>
        <a:p>
          <a:endParaRPr lang="en-US"/>
        </a:p>
      </dgm:t>
    </dgm:pt>
    <dgm:pt modelId="{4FC6E3FD-C191-43FD-AF6A-6D234C89B67F}" type="sibTrans" cxnId="{FBD470C4-5F08-4797-A5F6-6D4A03EE3F8E}">
      <dgm:prSet/>
      <dgm:spPr/>
      <dgm:t>
        <a:bodyPr/>
        <a:lstStyle/>
        <a:p>
          <a:endParaRPr lang="en-US"/>
        </a:p>
      </dgm:t>
    </dgm:pt>
    <dgm:pt modelId="{8CA52F98-C1A0-4A11-A7DF-3BE51D252F8B}">
      <dgm:prSet/>
      <dgm:spPr/>
      <dgm:t>
        <a:bodyPr/>
        <a:lstStyle/>
        <a:p>
          <a:r>
            <a:rPr lang="en-GB"/>
            <a:t>Kein FXML (oder generell MVC/MVVM)</a:t>
          </a:r>
          <a:endParaRPr lang="en-US"/>
        </a:p>
      </dgm:t>
    </dgm:pt>
    <dgm:pt modelId="{5B6ABA68-892D-4EDD-99CE-20732E0FD41D}" type="parTrans" cxnId="{2CF8CB80-B2A2-4107-BE94-196416919B52}">
      <dgm:prSet/>
      <dgm:spPr/>
      <dgm:t>
        <a:bodyPr/>
        <a:lstStyle/>
        <a:p>
          <a:endParaRPr lang="en-US"/>
        </a:p>
      </dgm:t>
    </dgm:pt>
    <dgm:pt modelId="{23F70E73-B8A6-41E4-B619-8FD93785AB77}" type="sibTrans" cxnId="{2CF8CB80-B2A2-4107-BE94-196416919B52}">
      <dgm:prSet/>
      <dgm:spPr/>
      <dgm:t>
        <a:bodyPr/>
        <a:lstStyle/>
        <a:p>
          <a:endParaRPr lang="en-US"/>
        </a:p>
      </dgm:t>
    </dgm:pt>
    <dgm:pt modelId="{88279C5A-AF4E-48F4-975B-C39FBFD4E2B9}">
      <dgm:prSet/>
      <dgm:spPr/>
      <dgm:t>
        <a:bodyPr/>
        <a:lstStyle/>
        <a:p>
          <a:r>
            <a:rPr lang="en-GB" dirty="0" err="1"/>
            <a:t>Minimale</a:t>
          </a:r>
          <a:r>
            <a:rPr lang="en-GB" dirty="0"/>
            <a:t> </a:t>
          </a:r>
          <a:r>
            <a:rPr lang="en-GB" dirty="0" err="1"/>
            <a:t>Anpassungen</a:t>
          </a:r>
          <a:r>
            <a:rPr lang="en-GB" dirty="0"/>
            <a:t> für Maven </a:t>
          </a:r>
          <a:r>
            <a:rPr lang="en-GB" dirty="0" err="1"/>
            <a:t>notwendig</a:t>
          </a:r>
          <a:r>
            <a:rPr lang="en-GB" dirty="0"/>
            <a:t> (</a:t>
          </a:r>
          <a:r>
            <a:rPr lang="en-GB" dirty="0" err="1"/>
            <a:t>Umbenennung</a:t>
          </a:r>
          <a:r>
            <a:rPr lang="en-GB" dirty="0"/>
            <a:t> Main Klasse)</a:t>
          </a:r>
          <a:endParaRPr lang="en-US" dirty="0"/>
        </a:p>
      </dgm:t>
    </dgm:pt>
    <dgm:pt modelId="{9B70590D-D2C3-429D-81F9-E08551B6A5CA}" type="parTrans" cxnId="{9A097F83-19A1-4813-A830-480D9630906C}">
      <dgm:prSet/>
      <dgm:spPr/>
      <dgm:t>
        <a:bodyPr/>
        <a:lstStyle/>
        <a:p>
          <a:endParaRPr lang="en-US"/>
        </a:p>
      </dgm:t>
    </dgm:pt>
    <dgm:pt modelId="{53A68B9C-C93C-4A09-AD1E-87DE417C1C36}" type="sibTrans" cxnId="{9A097F83-19A1-4813-A830-480D9630906C}">
      <dgm:prSet/>
      <dgm:spPr/>
      <dgm:t>
        <a:bodyPr/>
        <a:lstStyle/>
        <a:p>
          <a:endParaRPr lang="en-US"/>
        </a:p>
      </dgm:t>
    </dgm:pt>
    <dgm:pt modelId="{DBE9A4D6-80CD-47DD-934B-44B39E3BE929}" type="pres">
      <dgm:prSet presAssocID="{48992576-4B2D-4EF1-A86F-703BFDA4163A}" presName="vert0" presStyleCnt="0">
        <dgm:presLayoutVars>
          <dgm:dir/>
          <dgm:animOne val="branch"/>
          <dgm:animLvl val="lvl"/>
        </dgm:presLayoutVars>
      </dgm:prSet>
      <dgm:spPr/>
    </dgm:pt>
    <dgm:pt modelId="{3E37B55F-9589-42CC-9A5D-0D3090D6E86C}" type="pres">
      <dgm:prSet presAssocID="{CB3C90BF-C76C-41B5-99C6-E337D5AE3DE9}" presName="thickLine" presStyleLbl="alignNode1" presStyleIdx="0" presStyleCnt="3"/>
      <dgm:spPr/>
    </dgm:pt>
    <dgm:pt modelId="{0943F102-F602-456F-B16C-0C3175F141AF}" type="pres">
      <dgm:prSet presAssocID="{CB3C90BF-C76C-41B5-99C6-E337D5AE3DE9}" presName="horz1" presStyleCnt="0"/>
      <dgm:spPr/>
    </dgm:pt>
    <dgm:pt modelId="{985093FA-30FF-4F66-9E4B-7995155BFD8C}" type="pres">
      <dgm:prSet presAssocID="{CB3C90BF-C76C-41B5-99C6-E337D5AE3DE9}" presName="tx1" presStyleLbl="revTx" presStyleIdx="0" presStyleCnt="3"/>
      <dgm:spPr/>
    </dgm:pt>
    <dgm:pt modelId="{7AF0EA95-9E37-4FE0-B5F6-6754AA42F0DA}" type="pres">
      <dgm:prSet presAssocID="{CB3C90BF-C76C-41B5-99C6-E337D5AE3DE9}" presName="vert1" presStyleCnt="0"/>
      <dgm:spPr/>
    </dgm:pt>
    <dgm:pt modelId="{CDFC0AAC-82AD-4A53-B37D-53C5DB13CBF8}" type="pres">
      <dgm:prSet presAssocID="{8CA52F98-C1A0-4A11-A7DF-3BE51D252F8B}" presName="thickLine" presStyleLbl="alignNode1" presStyleIdx="1" presStyleCnt="3"/>
      <dgm:spPr/>
    </dgm:pt>
    <dgm:pt modelId="{983E86D6-2E40-4140-81EA-A8AD6986D6B4}" type="pres">
      <dgm:prSet presAssocID="{8CA52F98-C1A0-4A11-A7DF-3BE51D252F8B}" presName="horz1" presStyleCnt="0"/>
      <dgm:spPr/>
    </dgm:pt>
    <dgm:pt modelId="{FC7C21BE-B785-483B-972C-1988EF41D73C}" type="pres">
      <dgm:prSet presAssocID="{8CA52F98-C1A0-4A11-A7DF-3BE51D252F8B}" presName="tx1" presStyleLbl="revTx" presStyleIdx="1" presStyleCnt="3"/>
      <dgm:spPr/>
    </dgm:pt>
    <dgm:pt modelId="{5340359F-12FA-4492-AF18-FB66A5B5DC2A}" type="pres">
      <dgm:prSet presAssocID="{8CA52F98-C1A0-4A11-A7DF-3BE51D252F8B}" presName="vert1" presStyleCnt="0"/>
      <dgm:spPr/>
    </dgm:pt>
    <dgm:pt modelId="{525BDF37-E428-4CCC-924B-B61B63822377}" type="pres">
      <dgm:prSet presAssocID="{88279C5A-AF4E-48F4-975B-C39FBFD4E2B9}" presName="thickLine" presStyleLbl="alignNode1" presStyleIdx="2" presStyleCnt="3"/>
      <dgm:spPr/>
    </dgm:pt>
    <dgm:pt modelId="{F7741596-5AF7-497A-82E2-B3D9CCA0ADF9}" type="pres">
      <dgm:prSet presAssocID="{88279C5A-AF4E-48F4-975B-C39FBFD4E2B9}" presName="horz1" presStyleCnt="0"/>
      <dgm:spPr/>
    </dgm:pt>
    <dgm:pt modelId="{826B404F-4E4D-4E81-BE43-6496E8C70641}" type="pres">
      <dgm:prSet presAssocID="{88279C5A-AF4E-48F4-975B-C39FBFD4E2B9}" presName="tx1" presStyleLbl="revTx" presStyleIdx="2" presStyleCnt="3"/>
      <dgm:spPr/>
    </dgm:pt>
    <dgm:pt modelId="{F7C1DD89-B4AF-4E08-8C73-4860301B63F8}" type="pres">
      <dgm:prSet presAssocID="{88279C5A-AF4E-48F4-975B-C39FBFD4E2B9}" presName="vert1" presStyleCnt="0"/>
      <dgm:spPr/>
    </dgm:pt>
  </dgm:ptLst>
  <dgm:cxnLst>
    <dgm:cxn modelId="{1F679264-95F7-4329-836C-CF9301DD16E0}" type="presOf" srcId="{CB3C90BF-C76C-41B5-99C6-E337D5AE3DE9}" destId="{985093FA-30FF-4F66-9E4B-7995155BFD8C}" srcOrd="0" destOrd="0" presId="urn:microsoft.com/office/officeart/2008/layout/LinedList"/>
    <dgm:cxn modelId="{03B15469-6E42-4F09-8030-3628381EDF83}" type="presOf" srcId="{88279C5A-AF4E-48F4-975B-C39FBFD4E2B9}" destId="{826B404F-4E4D-4E81-BE43-6496E8C70641}" srcOrd="0" destOrd="0" presId="urn:microsoft.com/office/officeart/2008/layout/LinedList"/>
    <dgm:cxn modelId="{EB012876-3BB2-457A-A693-EE538A25CC25}" type="presOf" srcId="{48992576-4B2D-4EF1-A86F-703BFDA4163A}" destId="{DBE9A4D6-80CD-47DD-934B-44B39E3BE929}" srcOrd="0" destOrd="0" presId="urn:microsoft.com/office/officeart/2008/layout/LinedList"/>
    <dgm:cxn modelId="{2CF8CB80-B2A2-4107-BE94-196416919B52}" srcId="{48992576-4B2D-4EF1-A86F-703BFDA4163A}" destId="{8CA52F98-C1A0-4A11-A7DF-3BE51D252F8B}" srcOrd="1" destOrd="0" parTransId="{5B6ABA68-892D-4EDD-99CE-20732E0FD41D}" sibTransId="{23F70E73-B8A6-41E4-B619-8FD93785AB77}"/>
    <dgm:cxn modelId="{9A097F83-19A1-4813-A830-480D9630906C}" srcId="{48992576-4B2D-4EF1-A86F-703BFDA4163A}" destId="{88279C5A-AF4E-48F4-975B-C39FBFD4E2B9}" srcOrd="2" destOrd="0" parTransId="{9B70590D-D2C3-429D-81F9-E08551B6A5CA}" sibTransId="{53A68B9C-C93C-4A09-AD1E-87DE417C1C36}"/>
    <dgm:cxn modelId="{FBD470C4-5F08-4797-A5F6-6D4A03EE3F8E}" srcId="{48992576-4B2D-4EF1-A86F-703BFDA4163A}" destId="{CB3C90BF-C76C-41B5-99C6-E337D5AE3DE9}" srcOrd="0" destOrd="0" parTransId="{60145AD4-432F-40D8-BC1A-BB7D1386C519}" sibTransId="{4FC6E3FD-C191-43FD-AF6A-6D234C89B67F}"/>
    <dgm:cxn modelId="{95334EDB-C7C7-4856-8AB6-1FE4902FB288}" type="presOf" srcId="{8CA52F98-C1A0-4A11-A7DF-3BE51D252F8B}" destId="{FC7C21BE-B785-483B-972C-1988EF41D73C}" srcOrd="0" destOrd="0" presId="urn:microsoft.com/office/officeart/2008/layout/LinedList"/>
    <dgm:cxn modelId="{5E338FBC-208F-48F0-999B-BAEACC6D3A87}" type="presParOf" srcId="{DBE9A4D6-80CD-47DD-934B-44B39E3BE929}" destId="{3E37B55F-9589-42CC-9A5D-0D3090D6E86C}" srcOrd="0" destOrd="0" presId="urn:microsoft.com/office/officeart/2008/layout/LinedList"/>
    <dgm:cxn modelId="{E172152D-68B8-47F8-98B7-F79B5B0A8E10}" type="presParOf" srcId="{DBE9A4D6-80CD-47DD-934B-44B39E3BE929}" destId="{0943F102-F602-456F-B16C-0C3175F141AF}" srcOrd="1" destOrd="0" presId="urn:microsoft.com/office/officeart/2008/layout/LinedList"/>
    <dgm:cxn modelId="{8950F095-A4A1-4591-BB94-7FA502D6A5A8}" type="presParOf" srcId="{0943F102-F602-456F-B16C-0C3175F141AF}" destId="{985093FA-30FF-4F66-9E4B-7995155BFD8C}" srcOrd="0" destOrd="0" presId="urn:microsoft.com/office/officeart/2008/layout/LinedList"/>
    <dgm:cxn modelId="{452AEDDF-3B9E-4FF9-A11F-A304B79B0C61}" type="presParOf" srcId="{0943F102-F602-456F-B16C-0C3175F141AF}" destId="{7AF0EA95-9E37-4FE0-B5F6-6754AA42F0DA}" srcOrd="1" destOrd="0" presId="urn:microsoft.com/office/officeart/2008/layout/LinedList"/>
    <dgm:cxn modelId="{FDC3DDB8-CB44-44EE-9586-43EE096E7233}" type="presParOf" srcId="{DBE9A4D6-80CD-47DD-934B-44B39E3BE929}" destId="{CDFC0AAC-82AD-4A53-B37D-53C5DB13CBF8}" srcOrd="2" destOrd="0" presId="urn:microsoft.com/office/officeart/2008/layout/LinedList"/>
    <dgm:cxn modelId="{1AD69E68-7022-47ED-BDD5-464615DE950E}" type="presParOf" srcId="{DBE9A4D6-80CD-47DD-934B-44B39E3BE929}" destId="{983E86D6-2E40-4140-81EA-A8AD6986D6B4}" srcOrd="3" destOrd="0" presId="urn:microsoft.com/office/officeart/2008/layout/LinedList"/>
    <dgm:cxn modelId="{2ECFACF4-5B83-4E35-9A23-63C420B0BF1D}" type="presParOf" srcId="{983E86D6-2E40-4140-81EA-A8AD6986D6B4}" destId="{FC7C21BE-B785-483B-972C-1988EF41D73C}" srcOrd="0" destOrd="0" presId="urn:microsoft.com/office/officeart/2008/layout/LinedList"/>
    <dgm:cxn modelId="{EC47388D-B885-4689-B106-A2CF8105291C}" type="presParOf" srcId="{983E86D6-2E40-4140-81EA-A8AD6986D6B4}" destId="{5340359F-12FA-4492-AF18-FB66A5B5DC2A}" srcOrd="1" destOrd="0" presId="urn:microsoft.com/office/officeart/2008/layout/LinedList"/>
    <dgm:cxn modelId="{151BE35C-CFA4-4DFB-AF05-D4BF1ABC22E6}" type="presParOf" srcId="{DBE9A4D6-80CD-47DD-934B-44B39E3BE929}" destId="{525BDF37-E428-4CCC-924B-B61B63822377}" srcOrd="4" destOrd="0" presId="urn:microsoft.com/office/officeart/2008/layout/LinedList"/>
    <dgm:cxn modelId="{1BFC6AD7-8439-4C5E-AC09-1D2FC7A0920B}" type="presParOf" srcId="{DBE9A4D6-80CD-47DD-934B-44B39E3BE929}" destId="{F7741596-5AF7-497A-82E2-B3D9CCA0ADF9}" srcOrd="5" destOrd="0" presId="urn:microsoft.com/office/officeart/2008/layout/LinedList"/>
    <dgm:cxn modelId="{325F4CDF-F579-455D-8B6D-0B6A95EED2D1}" type="presParOf" srcId="{F7741596-5AF7-497A-82E2-B3D9CCA0ADF9}" destId="{826B404F-4E4D-4E81-BE43-6496E8C70641}" srcOrd="0" destOrd="0" presId="urn:microsoft.com/office/officeart/2008/layout/LinedList"/>
    <dgm:cxn modelId="{565B0DBE-8AD5-4482-8A2B-9AB0C0195FD0}" type="presParOf" srcId="{F7741596-5AF7-497A-82E2-B3D9CCA0ADF9}" destId="{F7C1DD89-B4AF-4E08-8C73-4860301B63F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9877DFB-6B22-4D03-8D1F-111C7EAD3F6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38C788-28FA-49B4-A648-A8BFE735C53D}">
      <dgm:prSet/>
      <dgm:spPr/>
      <dgm:t>
        <a:bodyPr/>
        <a:lstStyle/>
        <a:p>
          <a:r>
            <a:rPr lang="en-US" dirty="0"/>
            <a:t>Hat </a:t>
          </a:r>
          <a:r>
            <a:rPr lang="en-US" dirty="0" err="1"/>
            <a:t>Ressourcen</a:t>
          </a:r>
          <a:r>
            <a:rPr lang="en-US" dirty="0"/>
            <a:t> nicht </a:t>
          </a:r>
          <a:r>
            <a:rPr lang="en-US" dirty="0" err="1"/>
            <a:t>kopiert</a:t>
          </a:r>
          <a:r>
            <a:rPr lang="en-US" dirty="0"/>
            <a:t> (</a:t>
          </a:r>
          <a:r>
            <a:rPr lang="en-US" dirty="0" err="1"/>
            <a:t>zeigte</a:t>
          </a:r>
          <a:r>
            <a:rPr lang="en-US" dirty="0"/>
            <a:t> </a:t>
          </a:r>
          <a:r>
            <a:rPr lang="en-US" dirty="0" err="1"/>
            <a:t>vorerst</a:t>
          </a:r>
          <a:r>
            <a:rPr lang="en-US" dirty="0"/>
            <a:t> das </a:t>
          </a:r>
          <a:r>
            <a:rPr lang="en-US" dirty="0" err="1"/>
            <a:t>Schachspiel</a:t>
          </a:r>
          <a:r>
            <a:rPr lang="en-US" dirty="0"/>
            <a:t> gar nicht an!)</a:t>
          </a:r>
        </a:p>
      </dgm:t>
    </dgm:pt>
    <dgm:pt modelId="{DDAA0FBD-0E99-413C-BCFF-897387291C2D}" type="parTrans" cxnId="{59FF1523-C0F8-4ED0-AA2C-D9264B266186}">
      <dgm:prSet/>
      <dgm:spPr/>
      <dgm:t>
        <a:bodyPr/>
        <a:lstStyle/>
        <a:p>
          <a:endParaRPr lang="en-US"/>
        </a:p>
      </dgm:t>
    </dgm:pt>
    <dgm:pt modelId="{563A8086-8079-409D-AF2A-629FA9E706D8}" type="sibTrans" cxnId="{59FF1523-C0F8-4ED0-AA2C-D9264B266186}">
      <dgm:prSet/>
      <dgm:spPr/>
      <dgm:t>
        <a:bodyPr/>
        <a:lstStyle/>
        <a:p>
          <a:endParaRPr lang="en-US"/>
        </a:p>
      </dgm:t>
    </dgm:pt>
    <dgm:pt modelId="{C5EB8E3F-CD16-4D05-AF20-ADC5FF270A94}">
      <dgm:prSet phldrT="[Text]" phldr="0"/>
      <dgm:spPr/>
      <dgm:t>
        <a:bodyPr/>
        <a:lstStyle/>
        <a:p>
          <a:r>
            <a:rPr lang="de-AT" dirty="0" err="1"/>
            <a:t>Javafx</a:t>
          </a:r>
          <a:r>
            <a:rPr lang="de-AT" dirty="0"/>
            <a:t>-swing verwendet. </a:t>
          </a:r>
        </a:p>
      </dgm:t>
    </dgm:pt>
    <dgm:pt modelId="{E7E96640-8A33-42E2-BF92-FA282621364B}" type="parTrans" cxnId="{12486C7C-2E49-45C5-B3F3-AC4D21C497C8}">
      <dgm:prSet/>
      <dgm:spPr/>
      <dgm:t>
        <a:bodyPr/>
        <a:lstStyle/>
        <a:p>
          <a:endParaRPr lang="de-AT"/>
        </a:p>
      </dgm:t>
    </dgm:pt>
    <dgm:pt modelId="{817B6B44-E899-416C-B80D-A1BE5F319BCB}" type="sibTrans" cxnId="{12486C7C-2E49-45C5-B3F3-AC4D21C497C8}">
      <dgm:prSet/>
      <dgm:spPr/>
      <dgm:t>
        <a:bodyPr/>
        <a:lstStyle/>
        <a:p>
          <a:endParaRPr lang="de-AT"/>
        </a:p>
      </dgm:t>
    </dgm:pt>
    <dgm:pt modelId="{2F81547B-690E-4876-B8C6-6BF449217BDD}">
      <dgm:prSet phldrT="[Text]" phldr="0"/>
      <dgm:spPr/>
      <dgm:t>
        <a:bodyPr/>
        <a:lstStyle/>
        <a:p>
          <a:r>
            <a:rPr lang="de-AT" dirty="0" err="1"/>
            <a:t>SetSize</a:t>
          </a:r>
          <a:r>
            <a:rPr lang="de-AT" dirty="0"/>
            <a:t> vergessen &gt; Spielfeld deutlich kleiner, nicht bedienbar!</a:t>
          </a:r>
        </a:p>
      </dgm:t>
    </dgm:pt>
    <dgm:pt modelId="{BA78EB7D-743B-42AA-8999-0AA69C518B90}" type="parTrans" cxnId="{018EB10E-EB52-4F83-B8FB-4ED262FA1502}">
      <dgm:prSet/>
      <dgm:spPr/>
      <dgm:t>
        <a:bodyPr/>
        <a:lstStyle/>
        <a:p>
          <a:endParaRPr lang="de-AT"/>
        </a:p>
      </dgm:t>
    </dgm:pt>
    <dgm:pt modelId="{AE834E83-9DED-4EAC-A5A4-D612FA1D41D2}" type="sibTrans" cxnId="{018EB10E-EB52-4F83-B8FB-4ED262FA1502}">
      <dgm:prSet/>
      <dgm:spPr/>
      <dgm:t>
        <a:bodyPr/>
        <a:lstStyle/>
        <a:p>
          <a:endParaRPr lang="de-AT"/>
        </a:p>
      </dgm:t>
    </dgm:pt>
    <dgm:pt modelId="{DB718016-6B5D-419C-A372-3EC141D6D2FF}" type="pres">
      <dgm:prSet presAssocID="{29877DFB-6B22-4D03-8D1F-111C7EAD3F6D}" presName="vert0" presStyleCnt="0">
        <dgm:presLayoutVars>
          <dgm:dir/>
          <dgm:animOne val="branch"/>
          <dgm:animLvl val="lvl"/>
        </dgm:presLayoutVars>
      </dgm:prSet>
      <dgm:spPr/>
    </dgm:pt>
    <dgm:pt modelId="{7CF9FD56-2863-4789-829D-15CF20B1B487}" type="pres">
      <dgm:prSet presAssocID="{2938C788-28FA-49B4-A648-A8BFE735C53D}" presName="thickLine" presStyleLbl="alignNode1" presStyleIdx="0" presStyleCnt="3"/>
      <dgm:spPr/>
    </dgm:pt>
    <dgm:pt modelId="{1B193207-3F8D-42DE-AC96-397A46FCC744}" type="pres">
      <dgm:prSet presAssocID="{2938C788-28FA-49B4-A648-A8BFE735C53D}" presName="horz1" presStyleCnt="0"/>
      <dgm:spPr/>
    </dgm:pt>
    <dgm:pt modelId="{802EB96F-6414-428A-84C4-3BBA603F37B0}" type="pres">
      <dgm:prSet presAssocID="{2938C788-28FA-49B4-A648-A8BFE735C53D}" presName="tx1" presStyleLbl="revTx" presStyleIdx="0" presStyleCnt="3"/>
      <dgm:spPr/>
    </dgm:pt>
    <dgm:pt modelId="{03898284-F5B3-489A-A155-FF7A041D34CE}" type="pres">
      <dgm:prSet presAssocID="{2938C788-28FA-49B4-A648-A8BFE735C53D}" presName="vert1" presStyleCnt="0"/>
      <dgm:spPr/>
    </dgm:pt>
    <dgm:pt modelId="{9754ED30-191C-4FF0-9F79-AD5E32C36F1D}" type="pres">
      <dgm:prSet presAssocID="{C5EB8E3F-CD16-4D05-AF20-ADC5FF270A94}" presName="thickLine" presStyleLbl="alignNode1" presStyleIdx="1" presStyleCnt="3"/>
      <dgm:spPr/>
    </dgm:pt>
    <dgm:pt modelId="{C946BE1A-9C94-43CF-9908-F95CCF9AE552}" type="pres">
      <dgm:prSet presAssocID="{C5EB8E3F-CD16-4D05-AF20-ADC5FF270A94}" presName="horz1" presStyleCnt="0"/>
      <dgm:spPr/>
    </dgm:pt>
    <dgm:pt modelId="{757B5A41-6C83-4F74-A490-84F678CBA320}" type="pres">
      <dgm:prSet presAssocID="{C5EB8E3F-CD16-4D05-AF20-ADC5FF270A94}" presName="tx1" presStyleLbl="revTx" presStyleIdx="1" presStyleCnt="3"/>
      <dgm:spPr/>
    </dgm:pt>
    <dgm:pt modelId="{563A7D4F-AB7E-4B93-A4C1-5784E490644F}" type="pres">
      <dgm:prSet presAssocID="{C5EB8E3F-CD16-4D05-AF20-ADC5FF270A94}" presName="vert1" presStyleCnt="0"/>
      <dgm:spPr/>
    </dgm:pt>
    <dgm:pt modelId="{3E159EA1-976B-43D4-A778-F10249704858}" type="pres">
      <dgm:prSet presAssocID="{2F81547B-690E-4876-B8C6-6BF449217BDD}" presName="thickLine" presStyleLbl="alignNode1" presStyleIdx="2" presStyleCnt="3"/>
      <dgm:spPr/>
    </dgm:pt>
    <dgm:pt modelId="{3E26102B-C449-440E-8D15-1412738C8B3B}" type="pres">
      <dgm:prSet presAssocID="{2F81547B-690E-4876-B8C6-6BF449217BDD}" presName="horz1" presStyleCnt="0"/>
      <dgm:spPr/>
    </dgm:pt>
    <dgm:pt modelId="{BE33C31E-96D6-41F1-A139-4F57AAD68DFF}" type="pres">
      <dgm:prSet presAssocID="{2F81547B-690E-4876-B8C6-6BF449217BDD}" presName="tx1" presStyleLbl="revTx" presStyleIdx="2" presStyleCnt="3"/>
      <dgm:spPr/>
    </dgm:pt>
    <dgm:pt modelId="{27B48BF1-FE56-46BB-90E0-B909BFD69A28}" type="pres">
      <dgm:prSet presAssocID="{2F81547B-690E-4876-B8C6-6BF449217BDD}" presName="vert1" presStyleCnt="0"/>
      <dgm:spPr/>
    </dgm:pt>
  </dgm:ptLst>
  <dgm:cxnLst>
    <dgm:cxn modelId="{A0FE9B0E-4FD6-4682-8463-BABFB50FD66D}" type="presOf" srcId="{2F81547B-690E-4876-B8C6-6BF449217BDD}" destId="{BE33C31E-96D6-41F1-A139-4F57AAD68DFF}" srcOrd="0" destOrd="0" presId="urn:microsoft.com/office/officeart/2008/layout/LinedList"/>
    <dgm:cxn modelId="{018EB10E-EB52-4F83-B8FB-4ED262FA1502}" srcId="{29877DFB-6B22-4D03-8D1F-111C7EAD3F6D}" destId="{2F81547B-690E-4876-B8C6-6BF449217BDD}" srcOrd="2" destOrd="0" parTransId="{BA78EB7D-743B-42AA-8999-0AA69C518B90}" sibTransId="{AE834E83-9DED-4EAC-A5A4-D612FA1D41D2}"/>
    <dgm:cxn modelId="{59FF1523-C0F8-4ED0-AA2C-D9264B266186}" srcId="{29877DFB-6B22-4D03-8D1F-111C7EAD3F6D}" destId="{2938C788-28FA-49B4-A648-A8BFE735C53D}" srcOrd="0" destOrd="0" parTransId="{DDAA0FBD-0E99-413C-BCFF-897387291C2D}" sibTransId="{563A8086-8079-409D-AF2A-629FA9E706D8}"/>
    <dgm:cxn modelId="{12486C7C-2E49-45C5-B3F3-AC4D21C497C8}" srcId="{29877DFB-6B22-4D03-8D1F-111C7EAD3F6D}" destId="{C5EB8E3F-CD16-4D05-AF20-ADC5FF270A94}" srcOrd="1" destOrd="0" parTransId="{E7E96640-8A33-42E2-BF92-FA282621364B}" sibTransId="{817B6B44-E899-416C-B80D-A1BE5F319BCB}"/>
    <dgm:cxn modelId="{83D6F6A9-FB13-4607-BB60-15AD39BD2A44}" type="presOf" srcId="{C5EB8E3F-CD16-4D05-AF20-ADC5FF270A94}" destId="{757B5A41-6C83-4F74-A490-84F678CBA320}" srcOrd="0" destOrd="0" presId="urn:microsoft.com/office/officeart/2008/layout/LinedList"/>
    <dgm:cxn modelId="{E76571B2-2CBC-4FD7-ADFC-62ABB84A99CC}" type="presOf" srcId="{2938C788-28FA-49B4-A648-A8BFE735C53D}" destId="{802EB96F-6414-428A-84C4-3BBA603F37B0}" srcOrd="0" destOrd="0" presId="urn:microsoft.com/office/officeart/2008/layout/LinedList"/>
    <dgm:cxn modelId="{05B73FB5-A16F-495D-A0B9-9CB53B10C464}" type="presOf" srcId="{29877DFB-6B22-4D03-8D1F-111C7EAD3F6D}" destId="{DB718016-6B5D-419C-A372-3EC141D6D2FF}" srcOrd="0" destOrd="0" presId="urn:microsoft.com/office/officeart/2008/layout/LinedList"/>
    <dgm:cxn modelId="{6309EFA8-9540-4862-9080-51E60F889810}" type="presParOf" srcId="{DB718016-6B5D-419C-A372-3EC141D6D2FF}" destId="{7CF9FD56-2863-4789-829D-15CF20B1B487}" srcOrd="0" destOrd="0" presId="urn:microsoft.com/office/officeart/2008/layout/LinedList"/>
    <dgm:cxn modelId="{6E20107C-5B0C-4C4C-A6B9-27B7C67C0F7B}" type="presParOf" srcId="{DB718016-6B5D-419C-A372-3EC141D6D2FF}" destId="{1B193207-3F8D-42DE-AC96-397A46FCC744}" srcOrd="1" destOrd="0" presId="urn:microsoft.com/office/officeart/2008/layout/LinedList"/>
    <dgm:cxn modelId="{9942FC25-3B85-401A-A459-59C0AE56F882}" type="presParOf" srcId="{1B193207-3F8D-42DE-AC96-397A46FCC744}" destId="{802EB96F-6414-428A-84C4-3BBA603F37B0}" srcOrd="0" destOrd="0" presId="urn:microsoft.com/office/officeart/2008/layout/LinedList"/>
    <dgm:cxn modelId="{51FB95FE-28DF-4B63-B67D-8C3C78932299}" type="presParOf" srcId="{1B193207-3F8D-42DE-AC96-397A46FCC744}" destId="{03898284-F5B3-489A-A155-FF7A041D34CE}" srcOrd="1" destOrd="0" presId="urn:microsoft.com/office/officeart/2008/layout/LinedList"/>
    <dgm:cxn modelId="{4BDE7E2E-0AE9-42AE-9F72-6FDB9AD573CC}" type="presParOf" srcId="{DB718016-6B5D-419C-A372-3EC141D6D2FF}" destId="{9754ED30-191C-4FF0-9F79-AD5E32C36F1D}" srcOrd="2" destOrd="0" presId="urn:microsoft.com/office/officeart/2008/layout/LinedList"/>
    <dgm:cxn modelId="{C572D249-455C-4FC2-B5B9-B2B1A59C0932}" type="presParOf" srcId="{DB718016-6B5D-419C-A372-3EC141D6D2FF}" destId="{C946BE1A-9C94-43CF-9908-F95CCF9AE552}" srcOrd="3" destOrd="0" presId="urn:microsoft.com/office/officeart/2008/layout/LinedList"/>
    <dgm:cxn modelId="{A1A9B57F-E9F3-489C-9A46-8D2A6252E222}" type="presParOf" srcId="{C946BE1A-9C94-43CF-9908-F95CCF9AE552}" destId="{757B5A41-6C83-4F74-A490-84F678CBA320}" srcOrd="0" destOrd="0" presId="urn:microsoft.com/office/officeart/2008/layout/LinedList"/>
    <dgm:cxn modelId="{20BF8150-1918-41DC-8CF2-82F969E06896}" type="presParOf" srcId="{C946BE1A-9C94-43CF-9908-F95CCF9AE552}" destId="{563A7D4F-AB7E-4B93-A4C1-5784E490644F}" srcOrd="1" destOrd="0" presId="urn:microsoft.com/office/officeart/2008/layout/LinedList"/>
    <dgm:cxn modelId="{41049CB0-3279-45DF-B14E-73D92952DA4E}" type="presParOf" srcId="{DB718016-6B5D-419C-A372-3EC141D6D2FF}" destId="{3E159EA1-976B-43D4-A778-F10249704858}" srcOrd="4" destOrd="0" presId="urn:microsoft.com/office/officeart/2008/layout/LinedList"/>
    <dgm:cxn modelId="{56C2BEA7-9B31-4350-8E88-78042781881E}" type="presParOf" srcId="{DB718016-6B5D-419C-A372-3EC141D6D2FF}" destId="{3E26102B-C449-440E-8D15-1412738C8B3B}" srcOrd="5" destOrd="0" presId="urn:microsoft.com/office/officeart/2008/layout/LinedList"/>
    <dgm:cxn modelId="{AE8FB56D-20EF-4928-BA5D-C9546073A8FA}" type="presParOf" srcId="{3E26102B-C449-440E-8D15-1412738C8B3B}" destId="{BE33C31E-96D6-41F1-A139-4F57AAD68DFF}" srcOrd="0" destOrd="0" presId="urn:microsoft.com/office/officeart/2008/layout/LinedList"/>
    <dgm:cxn modelId="{0AB1713D-A323-4FBC-A9C4-864CEAC61096}" type="presParOf" srcId="{3E26102B-C449-440E-8D15-1412738C8B3B}" destId="{27B48BF1-FE56-46BB-90E0-B909BFD69A2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59DA83D-2617-4F8C-B368-B9A817F6A15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CA59AF0-D250-4715-8085-8BE409832F9D}">
      <dgm:prSet/>
      <dgm:spPr/>
      <dgm:t>
        <a:bodyPr/>
        <a:lstStyle/>
        <a:p>
          <a:r>
            <a:rPr lang="de-AT" b="1" dirty="0"/>
            <a:t>Besseres Prompten:</a:t>
          </a:r>
          <a:br>
            <a:rPr lang="de-AT" b="1" dirty="0"/>
          </a:br>
          <a:r>
            <a:rPr lang="de-AT" b="1" dirty="0"/>
            <a:t>Design-Patterns strenger verwenden.</a:t>
          </a:r>
          <a:br>
            <a:rPr lang="de-AT" b="1" dirty="0"/>
          </a:br>
          <a:r>
            <a:rPr lang="de-AT" b="1" dirty="0"/>
            <a:t>Control-Sizes achten.</a:t>
          </a:r>
          <a:endParaRPr lang="en-US" b="1" dirty="0"/>
        </a:p>
      </dgm:t>
    </dgm:pt>
    <dgm:pt modelId="{72410894-ED11-4A93-A5BE-BF6909E3D2E2}" type="parTrans" cxnId="{3A2780E5-AE5E-46EE-A082-0B19E6C5366C}">
      <dgm:prSet/>
      <dgm:spPr/>
      <dgm:t>
        <a:bodyPr/>
        <a:lstStyle/>
        <a:p>
          <a:endParaRPr lang="en-US"/>
        </a:p>
      </dgm:t>
    </dgm:pt>
    <dgm:pt modelId="{77765A5E-8C75-44C0-B697-9C187FF2C97A}" type="sibTrans" cxnId="{3A2780E5-AE5E-46EE-A082-0B19E6C5366C}">
      <dgm:prSet/>
      <dgm:spPr/>
      <dgm:t>
        <a:bodyPr/>
        <a:lstStyle/>
        <a:p>
          <a:endParaRPr lang="en-US"/>
        </a:p>
      </dgm:t>
    </dgm:pt>
    <dgm:pt modelId="{C3AA2341-BFA8-4DA0-9DE2-3866EDD4F1FB}">
      <dgm:prSet/>
      <dgm:spPr/>
      <dgm:t>
        <a:bodyPr/>
        <a:lstStyle/>
        <a:p>
          <a:r>
            <a:rPr lang="de-AT" b="1" dirty="0" err="1"/>
            <a:t>Agentic</a:t>
          </a:r>
          <a:r>
            <a:rPr lang="de-AT" b="1" dirty="0"/>
            <a:t> IDE (z.B. </a:t>
          </a:r>
          <a:r>
            <a:rPr lang="de-AT" b="1" dirty="0" err="1"/>
            <a:t>Antigravity</a:t>
          </a:r>
          <a:r>
            <a:rPr lang="de-AT" b="1" dirty="0"/>
            <a:t>) nutzen:</a:t>
          </a:r>
          <a:br>
            <a:rPr lang="de-AT" b="1" dirty="0"/>
          </a:br>
          <a:r>
            <a:rPr lang="de-AT" b="1" dirty="0"/>
            <a:t>Validierung des grafischen Outcomes.</a:t>
          </a:r>
          <a:endParaRPr lang="en-US" b="1" dirty="0"/>
        </a:p>
      </dgm:t>
    </dgm:pt>
    <dgm:pt modelId="{64EF8483-1A47-4170-976E-1FC89BC2C7C8}" type="parTrans" cxnId="{0E70D1C8-A635-41EA-BA0A-4A1FEF0547B9}">
      <dgm:prSet/>
      <dgm:spPr/>
      <dgm:t>
        <a:bodyPr/>
        <a:lstStyle/>
        <a:p>
          <a:endParaRPr lang="en-US"/>
        </a:p>
      </dgm:t>
    </dgm:pt>
    <dgm:pt modelId="{A2874BD9-556D-448B-819F-136256E12675}" type="sibTrans" cxnId="{0E70D1C8-A635-41EA-BA0A-4A1FEF0547B9}">
      <dgm:prSet/>
      <dgm:spPr/>
      <dgm:t>
        <a:bodyPr/>
        <a:lstStyle/>
        <a:p>
          <a:endParaRPr lang="en-US"/>
        </a:p>
      </dgm:t>
    </dgm:pt>
    <dgm:pt modelId="{673D3EF3-7ADD-4F4C-9ED8-5B2E3FBE160E}" type="pres">
      <dgm:prSet presAssocID="{E59DA83D-2617-4F8C-B368-B9A817F6A15B}" presName="root" presStyleCnt="0">
        <dgm:presLayoutVars>
          <dgm:dir/>
          <dgm:resizeHandles val="exact"/>
        </dgm:presLayoutVars>
      </dgm:prSet>
      <dgm:spPr/>
    </dgm:pt>
    <dgm:pt modelId="{41AB34A0-B793-442A-9177-5AEFD8B30820}" type="pres">
      <dgm:prSet presAssocID="{8CA59AF0-D250-4715-8085-8BE409832F9D}" presName="compNode" presStyleCnt="0"/>
      <dgm:spPr/>
    </dgm:pt>
    <dgm:pt modelId="{E4393DB6-86B7-4175-8FCE-D600F51A0EF5}" type="pres">
      <dgm:prSet presAssocID="{8CA59AF0-D250-4715-8085-8BE409832F9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weißer"/>
        </a:ext>
      </dgm:extLst>
    </dgm:pt>
    <dgm:pt modelId="{54C3419E-4DB7-4913-851C-D7FA6BDA6E6C}" type="pres">
      <dgm:prSet presAssocID="{8CA59AF0-D250-4715-8085-8BE409832F9D}" presName="spaceRect" presStyleCnt="0"/>
      <dgm:spPr/>
    </dgm:pt>
    <dgm:pt modelId="{F40A3364-1140-44EE-BEAA-01425F6176BF}" type="pres">
      <dgm:prSet presAssocID="{8CA59AF0-D250-4715-8085-8BE409832F9D}" presName="textRect" presStyleLbl="revTx" presStyleIdx="0" presStyleCnt="2">
        <dgm:presLayoutVars>
          <dgm:chMax val="1"/>
          <dgm:chPref val="1"/>
        </dgm:presLayoutVars>
      </dgm:prSet>
      <dgm:spPr/>
    </dgm:pt>
    <dgm:pt modelId="{923BCF33-74BA-40F3-81B2-8C6E7862D253}" type="pres">
      <dgm:prSet presAssocID="{77765A5E-8C75-44C0-B697-9C187FF2C97A}" presName="sibTrans" presStyleCnt="0"/>
      <dgm:spPr/>
    </dgm:pt>
    <dgm:pt modelId="{B599D236-4785-48CF-84CD-918E18CB3035}" type="pres">
      <dgm:prSet presAssocID="{C3AA2341-BFA8-4DA0-9DE2-3866EDD4F1FB}" presName="compNode" presStyleCnt="0"/>
      <dgm:spPr/>
    </dgm:pt>
    <dgm:pt modelId="{45A085DF-E0C7-4782-A168-209200FBB574}" type="pres">
      <dgm:prSet presAssocID="{C3AA2341-BFA8-4DA0-9DE2-3866EDD4F1F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"/>
        </a:ext>
      </dgm:extLst>
    </dgm:pt>
    <dgm:pt modelId="{CF5807AF-2B79-4BA6-800D-ED1B7DE686B4}" type="pres">
      <dgm:prSet presAssocID="{C3AA2341-BFA8-4DA0-9DE2-3866EDD4F1FB}" presName="spaceRect" presStyleCnt="0"/>
      <dgm:spPr/>
    </dgm:pt>
    <dgm:pt modelId="{5EA41B88-1254-43C3-82DC-28C7AB376E58}" type="pres">
      <dgm:prSet presAssocID="{C3AA2341-BFA8-4DA0-9DE2-3866EDD4F1F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59C994C-18A3-41FE-B2BA-C1CE2C6E9B8B}" type="presOf" srcId="{C3AA2341-BFA8-4DA0-9DE2-3866EDD4F1FB}" destId="{5EA41B88-1254-43C3-82DC-28C7AB376E58}" srcOrd="0" destOrd="0" presId="urn:microsoft.com/office/officeart/2018/2/layout/IconLabelList"/>
    <dgm:cxn modelId="{586A9B7B-38F5-43BE-ABCF-1555EBDFD411}" type="presOf" srcId="{E59DA83D-2617-4F8C-B368-B9A817F6A15B}" destId="{673D3EF3-7ADD-4F4C-9ED8-5B2E3FBE160E}" srcOrd="0" destOrd="0" presId="urn:microsoft.com/office/officeart/2018/2/layout/IconLabelList"/>
    <dgm:cxn modelId="{6B0C0189-9D49-45E7-A14A-9D316B5EA178}" type="presOf" srcId="{8CA59AF0-D250-4715-8085-8BE409832F9D}" destId="{F40A3364-1140-44EE-BEAA-01425F6176BF}" srcOrd="0" destOrd="0" presId="urn:microsoft.com/office/officeart/2018/2/layout/IconLabelList"/>
    <dgm:cxn modelId="{0E70D1C8-A635-41EA-BA0A-4A1FEF0547B9}" srcId="{E59DA83D-2617-4F8C-B368-B9A817F6A15B}" destId="{C3AA2341-BFA8-4DA0-9DE2-3866EDD4F1FB}" srcOrd="1" destOrd="0" parTransId="{64EF8483-1A47-4170-976E-1FC89BC2C7C8}" sibTransId="{A2874BD9-556D-448B-819F-136256E12675}"/>
    <dgm:cxn modelId="{3A2780E5-AE5E-46EE-A082-0B19E6C5366C}" srcId="{E59DA83D-2617-4F8C-B368-B9A817F6A15B}" destId="{8CA59AF0-D250-4715-8085-8BE409832F9D}" srcOrd="0" destOrd="0" parTransId="{72410894-ED11-4A93-A5BE-BF6909E3D2E2}" sibTransId="{77765A5E-8C75-44C0-B697-9C187FF2C97A}"/>
    <dgm:cxn modelId="{9EA3668B-1287-4960-8408-DFA7C5908581}" type="presParOf" srcId="{673D3EF3-7ADD-4F4C-9ED8-5B2E3FBE160E}" destId="{41AB34A0-B793-442A-9177-5AEFD8B30820}" srcOrd="0" destOrd="0" presId="urn:microsoft.com/office/officeart/2018/2/layout/IconLabelList"/>
    <dgm:cxn modelId="{69A58335-69C8-40EB-A17D-275D383131A1}" type="presParOf" srcId="{41AB34A0-B793-442A-9177-5AEFD8B30820}" destId="{E4393DB6-86B7-4175-8FCE-D600F51A0EF5}" srcOrd="0" destOrd="0" presId="urn:microsoft.com/office/officeart/2018/2/layout/IconLabelList"/>
    <dgm:cxn modelId="{8187317D-A3D9-4FDC-88FF-6E6D707A1DF7}" type="presParOf" srcId="{41AB34A0-B793-442A-9177-5AEFD8B30820}" destId="{54C3419E-4DB7-4913-851C-D7FA6BDA6E6C}" srcOrd="1" destOrd="0" presId="urn:microsoft.com/office/officeart/2018/2/layout/IconLabelList"/>
    <dgm:cxn modelId="{10A89C9B-8435-42A6-800E-93983C78014A}" type="presParOf" srcId="{41AB34A0-B793-442A-9177-5AEFD8B30820}" destId="{F40A3364-1140-44EE-BEAA-01425F6176BF}" srcOrd="2" destOrd="0" presId="urn:microsoft.com/office/officeart/2018/2/layout/IconLabelList"/>
    <dgm:cxn modelId="{9F422B21-3FCA-413D-9D5C-443A2FA723D7}" type="presParOf" srcId="{673D3EF3-7ADD-4F4C-9ED8-5B2E3FBE160E}" destId="{923BCF33-74BA-40F3-81B2-8C6E7862D253}" srcOrd="1" destOrd="0" presId="urn:microsoft.com/office/officeart/2018/2/layout/IconLabelList"/>
    <dgm:cxn modelId="{427B54EA-9586-44A3-9483-E0310D1CB6B4}" type="presParOf" srcId="{673D3EF3-7ADD-4F4C-9ED8-5B2E3FBE160E}" destId="{B599D236-4785-48CF-84CD-918E18CB3035}" srcOrd="2" destOrd="0" presId="urn:microsoft.com/office/officeart/2018/2/layout/IconLabelList"/>
    <dgm:cxn modelId="{C5780FD7-79D4-478B-8D5B-E138696889F7}" type="presParOf" srcId="{B599D236-4785-48CF-84CD-918E18CB3035}" destId="{45A085DF-E0C7-4782-A168-209200FBB574}" srcOrd="0" destOrd="0" presId="urn:microsoft.com/office/officeart/2018/2/layout/IconLabelList"/>
    <dgm:cxn modelId="{5AFDDE5C-A00B-467D-BDF8-BD65825327E4}" type="presParOf" srcId="{B599D236-4785-48CF-84CD-918E18CB3035}" destId="{CF5807AF-2B79-4BA6-800D-ED1B7DE686B4}" srcOrd="1" destOrd="0" presId="urn:microsoft.com/office/officeart/2018/2/layout/IconLabelList"/>
    <dgm:cxn modelId="{4373FE55-EBB2-4496-A8F3-541700E0CF12}" type="presParOf" srcId="{B599D236-4785-48CF-84CD-918E18CB3035}" destId="{5EA41B88-1254-43C3-82DC-28C7AB376E5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16623D-9E07-4EFF-981E-FF806092B09D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25CC64-05F7-45D0-8E87-CB682CB98A9F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Modernere Benutzeroberflächen / einfacheres Styling</a:t>
          </a:r>
          <a:endParaRPr lang="en-US" sz="2400" kern="1200"/>
        </a:p>
      </dsp:txBody>
      <dsp:txXfrm>
        <a:off x="398656" y="1088253"/>
        <a:ext cx="2959127" cy="1837317"/>
      </dsp:txXfrm>
    </dsp:sp>
    <dsp:sp modelId="{43AC0202-6C36-4782-BEC3-8959BE0A8B92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35FEB-991D-41AE-B917-52A8D3766918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Bessere Trennung von Logik und Design</a:t>
          </a:r>
          <a:endParaRPr lang="en-US" sz="2400" kern="1200"/>
        </a:p>
      </dsp:txBody>
      <dsp:txXfrm>
        <a:off x="4155097" y="1088253"/>
        <a:ext cx="2959127" cy="1837317"/>
      </dsp:txXfrm>
    </dsp:sp>
    <dsp:sp modelId="{4EA82E97-7ABA-4A8A-9A63-0AAC7A07CD98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45EF6-D8DF-43EC-8063-5FEE7A721F5C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Bessere Wartbarkeit (FXML, CSS)</a:t>
          </a:r>
          <a:endParaRPr lang="en-US" sz="2400" kern="1200"/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7E035-37D6-4E67-A808-5383DD93D958}">
      <dsp:nvSpPr>
        <dsp:cNvPr id="0" name=""/>
        <dsp:cNvSpPr/>
      </dsp:nvSpPr>
      <dsp:spPr>
        <a:xfrm>
          <a:off x="3181095" y="548726"/>
          <a:ext cx="1902349" cy="951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Java Swing -&gt; JavaFX</a:t>
          </a:r>
          <a:endParaRPr lang="en-US" sz="2000" kern="1200"/>
        </a:p>
      </dsp:txBody>
      <dsp:txXfrm>
        <a:off x="3208954" y="576585"/>
        <a:ext cx="1846631" cy="895456"/>
      </dsp:txXfrm>
    </dsp:sp>
    <dsp:sp modelId="{F78EFC90-FA91-4C13-9252-3EEE789951C7}">
      <dsp:nvSpPr>
        <dsp:cNvPr id="0" name=""/>
        <dsp:cNvSpPr/>
      </dsp:nvSpPr>
      <dsp:spPr>
        <a:xfrm rot="19457599">
          <a:off x="4995364" y="727648"/>
          <a:ext cx="937100" cy="46406"/>
        </a:xfrm>
        <a:custGeom>
          <a:avLst/>
          <a:gdLst/>
          <a:ahLst/>
          <a:cxnLst/>
          <a:rect l="0" t="0" r="0" b="0"/>
          <a:pathLst>
            <a:path>
              <a:moveTo>
                <a:pt x="0" y="23203"/>
              </a:moveTo>
              <a:lnTo>
                <a:pt x="937100" y="2320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40486" y="727424"/>
        <a:ext cx="46855" cy="46855"/>
      </dsp:txXfrm>
    </dsp:sp>
    <dsp:sp modelId="{77CCFF8F-BDA1-4050-88A0-4BFC45853BFB}">
      <dsp:nvSpPr>
        <dsp:cNvPr id="0" name=""/>
        <dsp:cNvSpPr/>
      </dsp:nvSpPr>
      <dsp:spPr>
        <a:xfrm>
          <a:off x="5844384" y="1801"/>
          <a:ext cx="1902349" cy="9511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Nur Komponenten austauschen</a:t>
          </a:r>
          <a:endParaRPr lang="en-US" sz="2000" kern="1200"/>
        </a:p>
      </dsp:txBody>
      <dsp:txXfrm>
        <a:off x="5872243" y="29660"/>
        <a:ext cx="1846631" cy="895456"/>
      </dsp:txXfrm>
    </dsp:sp>
    <dsp:sp modelId="{BEA543FA-1C7D-46C9-BA64-038AAFED814B}">
      <dsp:nvSpPr>
        <dsp:cNvPr id="0" name=""/>
        <dsp:cNvSpPr/>
      </dsp:nvSpPr>
      <dsp:spPr>
        <a:xfrm rot="2142401">
          <a:off x="4995364" y="1274573"/>
          <a:ext cx="937100" cy="46406"/>
        </a:xfrm>
        <a:custGeom>
          <a:avLst/>
          <a:gdLst/>
          <a:ahLst/>
          <a:cxnLst/>
          <a:rect l="0" t="0" r="0" b="0"/>
          <a:pathLst>
            <a:path>
              <a:moveTo>
                <a:pt x="0" y="23203"/>
              </a:moveTo>
              <a:lnTo>
                <a:pt x="937100" y="2320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40486" y="1274349"/>
        <a:ext cx="46855" cy="46855"/>
      </dsp:txXfrm>
    </dsp:sp>
    <dsp:sp modelId="{7124AF44-3D82-433E-AAC2-18134B38973D}">
      <dsp:nvSpPr>
        <dsp:cNvPr id="0" name=""/>
        <dsp:cNvSpPr/>
      </dsp:nvSpPr>
      <dsp:spPr>
        <a:xfrm>
          <a:off x="5844384" y="1095652"/>
          <a:ext cx="1902349" cy="9511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Funktionalität bleibt</a:t>
          </a:r>
          <a:endParaRPr lang="en-US" sz="2000" kern="1200"/>
        </a:p>
      </dsp:txBody>
      <dsp:txXfrm>
        <a:off x="5872243" y="1123511"/>
        <a:ext cx="1846631" cy="895456"/>
      </dsp:txXfrm>
    </dsp:sp>
    <dsp:sp modelId="{DF95AEC9-6E0A-4850-884B-0E2013C227FC}">
      <dsp:nvSpPr>
        <dsp:cNvPr id="0" name=""/>
        <dsp:cNvSpPr/>
      </dsp:nvSpPr>
      <dsp:spPr>
        <a:xfrm>
          <a:off x="3181095" y="1642577"/>
          <a:ext cx="1902349" cy="951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KI gestützter Workflow</a:t>
          </a:r>
          <a:endParaRPr lang="en-US" sz="2000" kern="1200"/>
        </a:p>
      </dsp:txBody>
      <dsp:txXfrm>
        <a:off x="3208954" y="1670436"/>
        <a:ext cx="1846631" cy="895456"/>
      </dsp:txXfrm>
    </dsp:sp>
    <dsp:sp modelId="{3AE78100-3FD5-4B4A-AAAA-5EFF79F3078C}">
      <dsp:nvSpPr>
        <dsp:cNvPr id="0" name=""/>
        <dsp:cNvSpPr/>
      </dsp:nvSpPr>
      <dsp:spPr>
        <a:xfrm>
          <a:off x="3181095" y="2736428"/>
          <a:ext cx="1902349" cy="951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Kleine abgeschlossene Arbeitsschritte</a:t>
          </a:r>
          <a:endParaRPr lang="en-US" sz="2000" kern="1200"/>
        </a:p>
      </dsp:txBody>
      <dsp:txXfrm>
        <a:off x="3208954" y="2764287"/>
        <a:ext cx="1846631" cy="8954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FAA14-396D-46D8-B2C9-2B415364EA28}">
      <dsp:nvSpPr>
        <dsp:cNvPr id="0" name=""/>
        <dsp:cNvSpPr/>
      </dsp:nvSpPr>
      <dsp:spPr>
        <a:xfrm>
          <a:off x="2216949" y="1373"/>
          <a:ext cx="2705803" cy="13529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Alle Anweisungen in GEMINI.md</a:t>
          </a:r>
          <a:endParaRPr lang="en-US" sz="2900" kern="1200"/>
        </a:p>
      </dsp:txBody>
      <dsp:txXfrm>
        <a:off x="2256574" y="40998"/>
        <a:ext cx="2626553" cy="1273651"/>
      </dsp:txXfrm>
    </dsp:sp>
    <dsp:sp modelId="{3042D21A-E347-4563-AAAE-2CC3693BC24B}">
      <dsp:nvSpPr>
        <dsp:cNvPr id="0" name=""/>
        <dsp:cNvSpPr/>
      </dsp:nvSpPr>
      <dsp:spPr>
        <a:xfrm>
          <a:off x="2216949" y="1557210"/>
          <a:ext cx="2705803" cy="13529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Alles KI machen lassen</a:t>
          </a:r>
          <a:endParaRPr lang="en-US" sz="2900" kern="1200"/>
        </a:p>
      </dsp:txBody>
      <dsp:txXfrm>
        <a:off x="2256574" y="1596835"/>
        <a:ext cx="2626553" cy="1273651"/>
      </dsp:txXfrm>
    </dsp:sp>
    <dsp:sp modelId="{F25F8B73-4E2C-4D32-AAE8-92F94D03B123}">
      <dsp:nvSpPr>
        <dsp:cNvPr id="0" name=""/>
        <dsp:cNvSpPr/>
      </dsp:nvSpPr>
      <dsp:spPr>
        <a:xfrm rot="19457599">
          <a:off x="4797472" y="1811699"/>
          <a:ext cx="1332883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332883" y="3300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0592" y="1811380"/>
        <a:ext cx="66644" cy="66644"/>
      </dsp:txXfrm>
    </dsp:sp>
    <dsp:sp modelId="{00B2DDEA-A17E-4D61-80AF-F1B1CF3EF5DA}">
      <dsp:nvSpPr>
        <dsp:cNvPr id="0" name=""/>
        <dsp:cNvSpPr/>
      </dsp:nvSpPr>
      <dsp:spPr>
        <a:xfrm>
          <a:off x="6005075" y="779292"/>
          <a:ext cx="2705803" cy="135290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Plan erstellen</a:t>
          </a:r>
          <a:endParaRPr lang="en-US" sz="2900" kern="1200"/>
        </a:p>
      </dsp:txBody>
      <dsp:txXfrm>
        <a:off x="6044700" y="818917"/>
        <a:ext cx="2626553" cy="1273651"/>
      </dsp:txXfrm>
    </dsp:sp>
    <dsp:sp modelId="{4ED55498-2CD9-4217-8979-A309F906B0E1}">
      <dsp:nvSpPr>
        <dsp:cNvPr id="0" name=""/>
        <dsp:cNvSpPr/>
      </dsp:nvSpPr>
      <dsp:spPr>
        <a:xfrm rot="2142401">
          <a:off x="4797472" y="2589618"/>
          <a:ext cx="1332883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332883" y="3300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0592" y="2589299"/>
        <a:ext cx="66644" cy="66644"/>
      </dsp:txXfrm>
    </dsp:sp>
    <dsp:sp modelId="{C3E1C489-4BB8-499C-BC59-10D68D296633}">
      <dsp:nvSpPr>
        <dsp:cNvPr id="0" name=""/>
        <dsp:cNvSpPr/>
      </dsp:nvSpPr>
      <dsp:spPr>
        <a:xfrm>
          <a:off x="6005075" y="2335129"/>
          <a:ext cx="2705803" cy="135290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Plan abarbeiten</a:t>
          </a:r>
          <a:endParaRPr lang="en-US" sz="2900" kern="1200"/>
        </a:p>
      </dsp:txBody>
      <dsp:txXfrm>
        <a:off x="6044700" y="2374754"/>
        <a:ext cx="2626553" cy="12736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6FF31-5B72-444A-A48D-306EEC0E299B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DA44D-D7EF-4FD0-BCDA-8749E68BCC3E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Reifenfolge bzw. Abhängigkeiten</a:t>
          </a:r>
          <a:endParaRPr lang="en-US" sz="2200" kern="1200"/>
        </a:p>
      </dsp:txBody>
      <dsp:txXfrm>
        <a:off x="299702" y="1282093"/>
        <a:ext cx="2200851" cy="1366505"/>
      </dsp:txXfrm>
    </dsp:sp>
    <dsp:sp modelId="{7C1587F3-8408-46F9-AE3D-506198BF45A0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0562-5DE7-4C86-AB18-657F2F9E0BA5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Aufmerksamkeit der KI</a:t>
          </a:r>
          <a:endParaRPr lang="en-US" sz="2200" kern="1200"/>
        </a:p>
      </dsp:txBody>
      <dsp:txXfrm>
        <a:off x="3093555" y="1282093"/>
        <a:ext cx="2200851" cy="1366505"/>
      </dsp:txXfrm>
    </dsp:sp>
    <dsp:sp modelId="{3AEB38AB-EC86-4C5E-83CA-4C3E43D4E0A5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40BFFD-B270-434B-918C-526F2359FCEE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Der “Self-Healing” Loop</a:t>
          </a:r>
          <a:endParaRPr lang="en-US" sz="2200" kern="1200"/>
        </a:p>
      </dsp:txBody>
      <dsp:txXfrm>
        <a:off x="5887408" y="1282093"/>
        <a:ext cx="2200851" cy="1366505"/>
      </dsp:txXfrm>
    </dsp:sp>
    <dsp:sp modelId="{B03DD074-35AF-41B3-AB9D-D883CDE8646D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7A6D7-2F49-4819-97D4-3D584F034CBC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Fortsetzbarkeit</a:t>
          </a:r>
          <a:endParaRPr lang="en-US" sz="2200" kern="1200"/>
        </a:p>
      </dsp:txBody>
      <dsp:txXfrm>
        <a:off x="8681261" y="1282093"/>
        <a:ext cx="2200851" cy="13665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DEBDC-9ED4-4C65-A8D8-2507C17F3C78}">
      <dsp:nvSpPr>
        <dsp:cNvPr id="0" name=""/>
        <dsp:cNvSpPr/>
      </dsp:nvSpPr>
      <dsp:spPr>
        <a:xfrm>
          <a:off x="765914" y="418793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FF3E8-452B-4BA1-AF22-D54DBD931535}">
      <dsp:nvSpPr>
        <dsp:cNvPr id="0" name=""/>
        <dsp:cNvSpPr/>
      </dsp:nvSpPr>
      <dsp:spPr>
        <a:xfrm>
          <a:off x="765914" y="207506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100" kern="1200"/>
            <a:t>Python Skripts erstellen</a:t>
          </a:r>
          <a:endParaRPr lang="en-US" sz="3100" kern="1200"/>
        </a:p>
      </dsp:txBody>
      <dsp:txXfrm>
        <a:off x="765914" y="2075067"/>
        <a:ext cx="4320000" cy="648000"/>
      </dsp:txXfrm>
    </dsp:sp>
    <dsp:sp modelId="{273688F1-05A9-4058-861E-7719D9CE6E52}">
      <dsp:nvSpPr>
        <dsp:cNvPr id="0" name=""/>
        <dsp:cNvSpPr/>
      </dsp:nvSpPr>
      <dsp:spPr>
        <a:xfrm>
          <a:off x="765914" y="2790172"/>
          <a:ext cx="4320000" cy="983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Gemini CLI (Gemini 3.0 Pro)</a:t>
          </a:r>
          <a:endParaRPr lang="en-US" sz="1700" kern="1200"/>
        </a:p>
      </dsp:txBody>
      <dsp:txXfrm>
        <a:off x="765914" y="2790172"/>
        <a:ext cx="4320000" cy="983839"/>
      </dsp:txXfrm>
    </dsp:sp>
    <dsp:sp modelId="{5651A7D1-AE70-421C-8405-0BBE24667B2C}">
      <dsp:nvSpPr>
        <dsp:cNvPr id="0" name=""/>
        <dsp:cNvSpPr/>
      </dsp:nvSpPr>
      <dsp:spPr>
        <a:xfrm>
          <a:off x="5841914" y="418793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6DA7A-BC09-45DB-9A54-76C4E27ED513}">
      <dsp:nvSpPr>
        <dsp:cNvPr id="0" name=""/>
        <dsp:cNvSpPr/>
      </dsp:nvSpPr>
      <dsp:spPr>
        <a:xfrm>
          <a:off x="5841914" y="207506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100" kern="1200"/>
            <a:t>Auswertung</a:t>
          </a:r>
          <a:endParaRPr lang="en-US" sz="3100" kern="1200"/>
        </a:p>
      </dsp:txBody>
      <dsp:txXfrm>
        <a:off x="5841914" y="2075067"/>
        <a:ext cx="4320000" cy="648000"/>
      </dsp:txXfrm>
    </dsp:sp>
    <dsp:sp modelId="{71826A15-559A-42CC-BBBE-FE2E7CA87B8B}">
      <dsp:nvSpPr>
        <dsp:cNvPr id="0" name=""/>
        <dsp:cNvSpPr/>
      </dsp:nvSpPr>
      <dsp:spPr>
        <a:xfrm>
          <a:off x="5841914" y="2790172"/>
          <a:ext cx="4320000" cy="983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Gemini CLI (Gemini 3.0 Pro)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ChatGPT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Manuelles Codereview</a:t>
          </a:r>
          <a:endParaRPr lang="en-US" sz="1700" kern="1200" dirty="0"/>
        </a:p>
      </dsp:txBody>
      <dsp:txXfrm>
        <a:off x="5841914" y="2790172"/>
        <a:ext cx="4320000" cy="9838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9E30BB-5F0C-4696-A75E-F449DDF77375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43012-5DAC-410B-B5C6-DB064DF128AA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 err="1"/>
            <a:t>Erstellen</a:t>
          </a:r>
          <a:r>
            <a:rPr lang="en-GB" sz="3000" kern="1200" dirty="0"/>
            <a:t> </a:t>
          </a:r>
          <a:r>
            <a:rPr lang="en-GB" sz="3000" kern="1200" dirty="0" err="1"/>
            <a:t>eines</a:t>
          </a:r>
          <a:r>
            <a:rPr lang="en-GB" sz="3000" kern="1200" dirty="0"/>
            <a:t> AST (</a:t>
          </a:r>
          <a:r>
            <a:rPr lang="en-GB" sz="3000" kern="1200" dirty="0" err="1"/>
            <a:t>mittels</a:t>
          </a:r>
          <a:r>
            <a:rPr lang="en-GB" sz="3000" kern="1200" dirty="0"/>
            <a:t> </a:t>
          </a:r>
          <a:r>
            <a:rPr lang="en-GB" sz="3000" kern="1200" dirty="0" err="1"/>
            <a:t>javalang</a:t>
          </a:r>
          <a:r>
            <a:rPr lang="en-GB" sz="3000" kern="1200" dirty="0"/>
            <a:t>/parser)</a:t>
          </a:r>
          <a:endParaRPr lang="en-US" sz="3000" kern="1200" dirty="0"/>
        </a:p>
      </dsp:txBody>
      <dsp:txXfrm>
        <a:off x="398656" y="1088253"/>
        <a:ext cx="2959127" cy="1837317"/>
      </dsp:txXfrm>
    </dsp:sp>
    <dsp:sp modelId="{E21F9757-4F45-4702-AFD9-221ACFA93944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9575D-A63E-4143-AD23-F05FED1D7D03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Migration von </a:t>
          </a:r>
          <a:r>
            <a:rPr lang="en-GB" sz="3000" kern="1200" dirty="0" err="1"/>
            <a:t>unten</a:t>
          </a:r>
          <a:r>
            <a:rPr lang="en-GB" sz="3000" kern="1200" dirty="0"/>
            <a:t> </a:t>
          </a:r>
          <a:r>
            <a:rPr lang="en-GB" sz="3000" kern="1200" dirty="0" err="1"/>
            <a:t>nach</a:t>
          </a:r>
          <a:r>
            <a:rPr lang="en-GB" sz="3000" kern="1200" dirty="0"/>
            <a:t> </a:t>
          </a:r>
          <a:r>
            <a:rPr lang="en-GB" sz="3000" kern="1200" dirty="0" err="1"/>
            <a:t>oben</a:t>
          </a:r>
          <a:endParaRPr lang="en-US" sz="3000" kern="1200" dirty="0"/>
        </a:p>
      </dsp:txBody>
      <dsp:txXfrm>
        <a:off x="4155097" y="1088253"/>
        <a:ext cx="2959127" cy="1837317"/>
      </dsp:txXfrm>
    </dsp:sp>
    <dsp:sp modelId="{4F55BB82-8807-43D1-853C-1FCDB874948A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A316E-0443-4492-BAB9-824827AC1455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 err="1"/>
            <a:t>Zyklen</a:t>
          </a:r>
          <a:r>
            <a:rPr lang="en-GB" sz="3000" kern="1200" dirty="0"/>
            <a:t>: LLM </a:t>
          </a:r>
          <a:r>
            <a:rPr lang="en-GB" sz="3000" kern="1200" dirty="0" err="1"/>
            <a:t>soll</a:t>
          </a:r>
          <a:r>
            <a:rPr lang="en-GB" sz="3000" kern="1200" dirty="0"/>
            <a:t> </a:t>
          </a:r>
          <a:r>
            <a:rPr lang="en-GB" sz="3000" kern="1200" dirty="0" err="1"/>
            <a:t>Entscheidung</a:t>
          </a:r>
          <a:r>
            <a:rPr lang="en-GB" sz="3000" kern="1200" dirty="0"/>
            <a:t> </a:t>
          </a:r>
          <a:r>
            <a:rPr lang="en-GB" sz="3000" kern="1200" dirty="0" err="1"/>
            <a:t>treffen</a:t>
          </a:r>
          <a:endParaRPr lang="en-US" sz="3000" kern="1200" dirty="0"/>
        </a:p>
      </dsp:txBody>
      <dsp:txXfrm>
        <a:off x="7911539" y="1088253"/>
        <a:ext cx="2959127" cy="18373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7D4606-BF01-482D-8FB4-EA75BC21A7FF}">
      <dsp:nvSpPr>
        <dsp:cNvPr id="0" name=""/>
        <dsp:cNvSpPr/>
      </dsp:nvSpPr>
      <dsp:spPr>
        <a:xfrm>
          <a:off x="35898" y="1473"/>
          <a:ext cx="4115080" cy="26130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98CA63-8B8B-491A-B7F9-B44AF11267AA}">
      <dsp:nvSpPr>
        <dsp:cNvPr id="0" name=""/>
        <dsp:cNvSpPr/>
      </dsp:nvSpPr>
      <dsp:spPr>
        <a:xfrm>
          <a:off x="493129" y="435843"/>
          <a:ext cx="4115080" cy="26130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600" kern="1200" dirty="0" err="1"/>
            <a:t>Konnte</a:t>
          </a:r>
          <a:r>
            <a:rPr lang="en-GB" sz="4600" kern="1200" dirty="0"/>
            <a:t> </a:t>
          </a:r>
          <a:r>
            <a:rPr lang="en-GB" sz="4600" kern="1200" dirty="0" err="1"/>
            <a:t>keinen</a:t>
          </a:r>
          <a:r>
            <a:rPr lang="en-GB" sz="4600" kern="1200" dirty="0"/>
            <a:t> </a:t>
          </a:r>
          <a:r>
            <a:rPr lang="en-GB" sz="4600" kern="1200" dirty="0" err="1"/>
            <a:t>vernünftigen</a:t>
          </a:r>
          <a:r>
            <a:rPr lang="en-GB" sz="4600" kern="1200" dirty="0"/>
            <a:t> Plan </a:t>
          </a:r>
          <a:r>
            <a:rPr lang="en-GB" sz="4600" kern="1200" dirty="0" err="1"/>
            <a:t>erstellen</a:t>
          </a:r>
          <a:endParaRPr lang="en-US" sz="4600" kern="1200" dirty="0"/>
        </a:p>
      </dsp:txBody>
      <dsp:txXfrm>
        <a:off x="569663" y="512377"/>
        <a:ext cx="3962012" cy="2460008"/>
      </dsp:txXfrm>
    </dsp:sp>
    <dsp:sp modelId="{B90B6555-A009-4F5B-B373-5208B3779DEC}">
      <dsp:nvSpPr>
        <dsp:cNvPr id="0" name=""/>
        <dsp:cNvSpPr/>
      </dsp:nvSpPr>
      <dsp:spPr>
        <a:xfrm>
          <a:off x="5065441" y="1473"/>
          <a:ext cx="4115080" cy="26130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455DE-4008-47E0-9814-8A747D7F467B}">
      <dsp:nvSpPr>
        <dsp:cNvPr id="0" name=""/>
        <dsp:cNvSpPr/>
      </dsp:nvSpPr>
      <dsp:spPr>
        <a:xfrm>
          <a:off x="5522672" y="435843"/>
          <a:ext cx="4115080" cy="26130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600" kern="1200" dirty="0" err="1"/>
            <a:t>Befolgte</a:t>
          </a:r>
          <a:r>
            <a:rPr lang="en-GB" sz="4600" kern="1200" dirty="0"/>
            <a:t> den </a:t>
          </a:r>
          <a:r>
            <a:rPr lang="en-GB" sz="4600" kern="1200" dirty="0" err="1"/>
            <a:t>erstellten</a:t>
          </a:r>
          <a:r>
            <a:rPr lang="en-GB" sz="4600" kern="1200" dirty="0"/>
            <a:t> Plan nicht</a:t>
          </a:r>
          <a:endParaRPr lang="en-US" sz="4600" kern="1200" dirty="0"/>
        </a:p>
      </dsp:txBody>
      <dsp:txXfrm>
        <a:off x="5599206" y="512377"/>
        <a:ext cx="3962012" cy="24600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37DFBD-CFC8-4508-8693-97182485F46A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0F885-B4D0-4F09-8143-58780F677948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Ein Prompt pro Datei</a:t>
          </a:r>
          <a:endParaRPr lang="en-US" sz="2800" kern="1200"/>
        </a:p>
      </dsp:txBody>
      <dsp:txXfrm>
        <a:off x="398656" y="1088253"/>
        <a:ext cx="2959127" cy="1837317"/>
      </dsp:txXfrm>
    </dsp:sp>
    <dsp:sp modelId="{7CEA87CA-FC32-4991-9D06-E7A2E07C48F6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D5969-59B0-46D5-8BC7-863723CD12E9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Volle Aufmerksamkeit für eine Datei</a:t>
          </a:r>
          <a:endParaRPr lang="en-US" sz="2800" kern="1200"/>
        </a:p>
      </dsp:txBody>
      <dsp:txXfrm>
        <a:off x="4155097" y="1088253"/>
        <a:ext cx="2959127" cy="1837317"/>
      </dsp:txXfrm>
    </dsp:sp>
    <dsp:sp modelId="{DBCBD2C2-89B8-4331-BC77-F0AC2E3159FC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4B4DE-FF3E-46DF-9752-38BA876BACFE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 err="1"/>
            <a:t>Deutliche</a:t>
          </a:r>
          <a:r>
            <a:rPr lang="en-GB" sz="2800" kern="1200" dirty="0"/>
            <a:t> </a:t>
          </a:r>
          <a:r>
            <a:rPr lang="en-GB" sz="2800" kern="1200" dirty="0" err="1"/>
            <a:t>Reduktion</a:t>
          </a:r>
          <a:r>
            <a:rPr lang="en-GB" sz="2800" kern="1200" dirty="0"/>
            <a:t> von </a:t>
          </a:r>
          <a:r>
            <a:rPr lang="en-GB" sz="2800" kern="1200" dirty="0" err="1"/>
            <a:t>Halluzinationen</a:t>
          </a:r>
          <a:r>
            <a:rPr lang="en-GB" sz="2800" kern="1200" dirty="0"/>
            <a:t> und </a:t>
          </a:r>
          <a:r>
            <a:rPr lang="en-GB" sz="2800" kern="1200" dirty="0" err="1"/>
            <a:t>Fehlern</a:t>
          </a:r>
          <a:endParaRPr lang="en-US" sz="2800" kern="1200" dirty="0"/>
        </a:p>
      </dsp:txBody>
      <dsp:txXfrm>
        <a:off x="7911539" y="1088253"/>
        <a:ext cx="2959127" cy="183731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3D90C-C898-41D8-81FC-CC27D4D37A5F}">
      <dsp:nvSpPr>
        <dsp:cNvPr id="0" name=""/>
        <dsp:cNvSpPr/>
      </dsp:nvSpPr>
      <dsp:spPr>
        <a:xfrm>
          <a:off x="0" y="45837"/>
          <a:ext cx="6666833" cy="115786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Beim Migrieren können Fehler passieren</a:t>
          </a:r>
          <a:endParaRPr lang="en-US" sz="2900" kern="1200"/>
        </a:p>
      </dsp:txBody>
      <dsp:txXfrm>
        <a:off x="56522" y="102359"/>
        <a:ext cx="6553789" cy="1044817"/>
      </dsp:txXfrm>
    </dsp:sp>
    <dsp:sp modelId="{E85900AF-90A6-46EC-9ED3-5C83D234CB16}">
      <dsp:nvSpPr>
        <dsp:cNvPr id="0" name=""/>
        <dsp:cNvSpPr/>
      </dsp:nvSpPr>
      <dsp:spPr>
        <a:xfrm>
          <a:off x="0" y="1287218"/>
          <a:ext cx="6666833" cy="1157861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Build Versuch mit Maven</a:t>
          </a:r>
          <a:endParaRPr lang="en-US" sz="2900" kern="1200"/>
        </a:p>
      </dsp:txBody>
      <dsp:txXfrm>
        <a:off x="56522" y="1343740"/>
        <a:ext cx="6553789" cy="1044817"/>
      </dsp:txXfrm>
    </dsp:sp>
    <dsp:sp modelId="{97F3CB50-30A6-456B-B6A9-E137FAF83611}">
      <dsp:nvSpPr>
        <dsp:cNvPr id="0" name=""/>
        <dsp:cNvSpPr/>
      </dsp:nvSpPr>
      <dsp:spPr>
        <a:xfrm>
          <a:off x="0" y="2528599"/>
          <a:ext cx="6666833" cy="1157861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Gemini Aufruf mit betroffener Datei und Fehlermeldung</a:t>
          </a:r>
          <a:endParaRPr lang="en-US" sz="2900" kern="1200"/>
        </a:p>
      </dsp:txBody>
      <dsp:txXfrm>
        <a:off x="56522" y="2585121"/>
        <a:ext cx="6553789" cy="1044817"/>
      </dsp:txXfrm>
    </dsp:sp>
    <dsp:sp modelId="{42F08D1C-4A3B-4E62-B6DF-A629A1319E46}">
      <dsp:nvSpPr>
        <dsp:cNvPr id="0" name=""/>
        <dsp:cNvSpPr/>
      </dsp:nvSpPr>
      <dsp:spPr>
        <a:xfrm>
          <a:off x="0" y="3769981"/>
          <a:ext cx="6666833" cy="1157861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KI versucht Code bei Fehlern zu reparieren</a:t>
          </a:r>
          <a:endParaRPr lang="en-US" sz="2900" kern="1200"/>
        </a:p>
      </dsp:txBody>
      <dsp:txXfrm>
        <a:off x="56522" y="3826503"/>
        <a:ext cx="6553789" cy="1044817"/>
      </dsp:txXfrm>
    </dsp:sp>
    <dsp:sp modelId="{71D59FCD-15E7-4540-8D12-2F9990FE8929}">
      <dsp:nvSpPr>
        <dsp:cNvPr id="0" name=""/>
        <dsp:cNvSpPr/>
      </dsp:nvSpPr>
      <dsp:spPr>
        <a:xfrm>
          <a:off x="0" y="4927842"/>
          <a:ext cx="6666833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Bis zu 3 Durchgänge</a:t>
          </a:r>
          <a:endParaRPr lang="en-US" sz="2300" kern="1200"/>
        </a:p>
      </dsp:txBody>
      <dsp:txXfrm>
        <a:off x="0" y="4927842"/>
        <a:ext cx="6666833" cy="4802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723BEA-B59E-4521-8C22-75807EBF9A3D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0C3960-8BFE-48E6-8B70-218D9BE24109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200" kern="1200"/>
            <a:t>Zwischenstand der Dateien in json gespeichert</a:t>
          </a:r>
          <a:endParaRPr lang="en-US" sz="4200" kern="1200"/>
        </a:p>
      </dsp:txBody>
      <dsp:txXfrm>
        <a:off x="0" y="2663"/>
        <a:ext cx="6666833" cy="1816197"/>
      </dsp:txXfrm>
    </dsp:sp>
    <dsp:sp modelId="{DA815E98-7067-49F4-8C73-EB3F598BFE5E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951B9A-D4AF-4492-8D47-520FCF695D03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200" kern="1200"/>
            <a:t>Bei success -&gt; erledigt</a:t>
          </a:r>
          <a:endParaRPr lang="en-US" sz="4200" kern="1200"/>
        </a:p>
      </dsp:txBody>
      <dsp:txXfrm>
        <a:off x="0" y="1818861"/>
        <a:ext cx="6666833" cy="1816197"/>
      </dsp:txXfrm>
    </dsp:sp>
    <dsp:sp modelId="{F5F5146B-BD1F-4FD8-971D-14E655EE852B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D5BE7E-FE26-42BB-A41A-59E99A503AE2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200" kern="1200"/>
            <a:t>Bei failure -&gt; neu anfangen</a:t>
          </a:r>
          <a:endParaRPr lang="en-US" sz="4200" kern="1200"/>
        </a:p>
      </dsp:txBody>
      <dsp:txXfrm>
        <a:off x="0" y="3635058"/>
        <a:ext cx="6666833" cy="181619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D11333-A628-40A3-8126-51C838A60480}">
      <dsp:nvSpPr>
        <dsp:cNvPr id="0" name=""/>
        <dsp:cNvSpPr/>
      </dsp:nvSpPr>
      <dsp:spPr>
        <a:xfrm>
          <a:off x="0" y="0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5F8C9-C75F-4DF0-8EC2-D4FA6BFC8341}">
      <dsp:nvSpPr>
        <dsp:cNvPr id="0" name=""/>
        <dsp:cNvSpPr/>
      </dsp:nvSpPr>
      <dsp:spPr>
        <a:xfrm>
          <a:off x="0" y="0"/>
          <a:ext cx="4862446" cy="1386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Build konnte ohne Probleme ausgeführt werden</a:t>
          </a:r>
          <a:endParaRPr lang="en-US" sz="3000" kern="1200"/>
        </a:p>
      </dsp:txBody>
      <dsp:txXfrm>
        <a:off x="0" y="0"/>
        <a:ext cx="4862446" cy="1386511"/>
      </dsp:txXfrm>
    </dsp:sp>
    <dsp:sp modelId="{F7442825-6152-4BEE-ACC0-8912094A8F8C}">
      <dsp:nvSpPr>
        <dsp:cNvPr id="0" name=""/>
        <dsp:cNvSpPr/>
      </dsp:nvSpPr>
      <dsp:spPr>
        <a:xfrm>
          <a:off x="0" y="1386511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29202-34A3-4675-A221-E7C347E4E866}">
      <dsp:nvSpPr>
        <dsp:cNvPr id="0" name=""/>
        <dsp:cNvSpPr/>
      </dsp:nvSpPr>
      <dsp:spPr>
        <a:xfrm>
          <a:off x="0" y="1386511"/>
          <a:ext cx="4862446" cy="1386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Programm ist funktional gleich</a:t>
          </a:r>
          <a:endParaRPr lang="en-US" sz="3000" kern="1200"/>
        </a:p>
      </dsp:txBody>
      <dsp:txXfrm>
        <a:off x="0" y="1386511"/>
        <a:ext cx="4862446" cy="1386511"/>
      </dsp:txXfrm>
    </dsp:sp>
    <dsp:sp modelId="{2B099C06-69FC-40E4-AC32-E3F32CF499FE}">
      <dsp:nvSpPr>
        <dsp:cNvPr id="0" name=""/>
        <dsp:cNvSpPr/>
      </dsp:nvSpPr>
      <dsp:spPr>
        <a:xfrm>
          <a:off x="0" y="2773023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7E328-2E02-42F4-B02A-43D02B2423CE}">
      <dsp:nvSpPr>
        <dsp:cNvPr id="0" name=""/>
        <dsp:cNvSpPr/>
      </dsp:nvSpPr>
      <dsp:spPr>
        <a:xfrm>
          <a:off x="0" y="2773023"/>
          <a:ext cx="4862446" cy="1386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Verwendung von z.B. ObservableList</a:t>
          </a:r>
          <a:endParaRPr lang="en-US" sz="3000" kern="1200"/>
        </a:p>
      </dsp:txBody>
      <dsp:txXfrm>
        <a:off x="0" y="2773023"/>
        <a:ext cx="4862446" cy="1386511"/>
      </dsp:txXfrm>
    </dsp:sp>
    <dsp:sp modelId="{D07E3D37-18D1-4DAA-BB24-5B1C8E769C26}">
      <dsp:nvSpPr>
        <dsp:cNvPr id="0" name=""/>
        <dsp:cNvSpPr/>
      </dsp:nvSpPr>
      <dsp:spPr>
        <a:xfrm>
          <a:off x="0" y="4159535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3E825-60A0-448B-8942-28D2787684D7}">
      <dsp:nvSpPr>
        <dsp:cNvPr id="0" name=""/>
        <dsp:cNvSpPr/>
      </dsp:nvSpPr>
      <dsp:spPr>
        <a:xfrm>
          <a:off x="0" y="4159535"/>
          <a:ext cx="4862446" cy="1386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Lief </a:t>
          </a:r>
          <a:r>
            <a:rPr lang="en-GB" sz="3000" kern="1200" dirty="0" err="1"/>
            <a:t>nach</a:t>
          </a:r>
          <a:r>
            <a:rPr lang="en-GB" sz="3000" kern="1200" dirty="0"/>
            <a:t> Start des </a:t>
          </a:r>
          <a:r>
            <a:rPr lang="en-GB" sz="3000" kern="1200" dirty="0" err="1"/>
            <a:t>Skripts</a:t>
          </a:r>
          <a:r>
            <a:rPr lang="en-GB" sz="3000" kern="1200" dirty="0"/>
            <a:t> </a:t>
          </a:r>
          <a:r>
            <a:rPr lang="en-GB" sz="3000" kern="1200" dirty="0" err="1"/>
            <a:t>durch</a:t>
          </a:r>
          <a:endParaRPr lang="en-US" sz="3000" kern="1200" dirty="0"/>
        </a:p>
      </dsp:txBody>
      <dsp:txXfrm>
        <a:off x="0" y="4159535"/>
        <a:ext cx="4862446" cy="138651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37B55F-9589-42CC-9A5D-0D3090D6E86C}">
      <dsp:nvSpPr>
        <dsp:cNvPr id="0" name=""/>
        <dsp:cNvSpPr/>
      </dsp:nvSpPr>
      <dsp:spPr>
        <a:xfrm>
          <a:off x="0" y="2708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093FA-30FF-4F66-9E4B-7995155BFD8C}">
      <dsp:nvSpPr>
        <dsp:cNvPr id="0" name=""/>
        <dsp:cNvSpPr/>
      </dsp:nvSpPr>
      <dsp:spPr>
        <a:xfrm>
          <a:off x="0" y="2708"/>
          <a:ext cx="4862446" cy="1846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Verwendung von modernen Sprachfeatures (z.B. Lambda-Eventhandler)</a:t>
          </a:r>
          <a:endParaRPr lang="en-US" sz="2900" kern="1200"/>
        </a:p>
      </dsp:txBody>
      <dsp:txXfrm>
        <a:off x="0" y="2708"/>
        <a:ext cx="4862446" cy="1846876"/>
      </dsp:txXfrm>
    </dsp:sp>
    <dsp:sp modelId="{CDFC0AAC-82AD-4A53-B37D-53C5DB13CBF8}">
      <dsp:nvSpPr>
        <dsp:cNvPr id="0" name=""/>
        <dsp:cNvSpPr/>
      </dsp:nvSpPr>
      <dsp:spPr>
        <a:xfrm>
          <a:off x="0" y="1849585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C21BE-B785-483B-972C-1988EF41D73C}">
      <dsp:nvSpPr>
        <dsp:cNvPr id="0" name=""/>
        <dsp:cNvSpPr/>
      </dsp:nvSpPr>
      <dsp:spPr>
        <a:xfrm>
          <a:off x="0" y="1849585"/>
          <a:ext cx="4862446" cy="1846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Kein FXML (oder generell MVC/MVVM)</a:t>
          </a:r>
          <a:endParaRPr lang="en-US" sz="2900" kern="1200"/>
        </a:p>
      </dsp:txBody>
      <dsp:txXfrm>
        <a:off x="0" y="1849585"/>
        <a:ext cx="4862446" cy="1846876"/>
      </dsp:txXfrm>
    </dsp:sp>
    <dsp:sp modelId="{525BDF37-E428-4CCC-924B-B61B63822377}">
      <dsp:nvSpPr>
        <dsp:cNvPr id="0" name=""/>
        <dsp:cNvSpPr/>
      </dsp:nvSpPr>
      <dsp:spPr>
        <a:xfrm>
          <a:off x="0" y="3696461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B404F-4E4D-4E81-BE43-6496E8C70641}">
      <dsp:nvSpPr>
        <dsp:cNvPr id="0" name=""/>
        <dsp:cNvSpPr/>
      </dsp:nvSpPr>
      <dsp:spPr>
        <a:xfrm>
          <a:off x="0" y="3696461"/>
          <a:ext cx="4862446" cy="1846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Minimale</a:t>
          </a:r>
          <a:r>
            <a:rPr lang="en-GB" sz="2900" kern="1200" dirty="0"/>
            <a:t> </a:t>
          </a:r>
          <a:r>
            <a:rPr lang="en-GB" sz="2900" kern="1200" dirty="0" err="1"/>
            <a:t>Anpassungen</a:t>
          </a:r>
          <a:r>
            <a:rPr lang="en-GB" sz="2900" kern="1200" dirty="0"/>
            <a:t> für Maven </a:t>
          </a:r>
          <a:r>
            <a:rPr lang="en-GB" sz="2900" kern="1200" dirty="0" err="1"/>
            <a:t>notwendig</a:t>
          </a:r>
          <a:r>
            <a:rPr lang="en-GB" sz="2900" kern="1200" dirty="0"/>
            <a:t> (</a:t>
          </a:r>
          <a:r>
            <a:rPr lang="en-GB" sz="2900" kern="1200" dirty="0" err="1"/>
            <a:t>Umbenennung</a:t>
          </a:r>
          <a:r>
            <a:rPr lang="en-GB" sz="2900" kern="1200" dirty="0"/>
            <a:t> Main Klasse)</a:t>
          </a:r>
          <a:endParaRPr lang="en-US" sz="2900" kern="1200" dirty="0"/>
        </a:p>
      </dsp:txBody>
      <dsp:txXfrm>
        <a:off x="0" y="3696461"/>
        <a:ext cx="4862446" cy="184687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F9FD56-2863-4789-829D-15CF20B1B487}">
      <dsp:nvSpPr>
        <dsp:cNvPr id="0" name=""/>
        <dsp:cNvSpPr/>
      </dsp:nvSpPr>
      <dsp:spPr>
        <a:xfrm>
          <a:off x="0" y="2708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EB96F-6414-428A-84C4-3BBA603F37B0}">
      <dsp:nvSpPr>
        <dsp:cNvPr id="0" name=""/>
        <dsp:cNvSpPr/>
      </dsp:nvSpPr>
      <dsp:spPr>
        <a:xfrm>
          <a:off x="0" y="2708"/>
          <a:ext cx="4862446" cy="1846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Hat </a:t>
          </a:r>
          <a:r>
            <a:rPr lang="en-US" sz="3200" kern="1200" dirty="0" err="1"/>
            <a:t>Ressourcen</a:t>
          </a:r>
          <a:r>
            <a:rPr lang="en-US" sz="3200" kern="1200" dirty="0"/>
            <a:t> nicht </a:t>
          </a:r>
          <a:r>
            <a:rPr lang="en-US" sz="3200" kern="1200" dirty="0" err="1"/>
            <a:t>kopiert</a:t>
          </a:r>
          <a:r>
            <a:rPr lang="en-US" sz="3200" kern="1200" dirty="0"/>
            <a:t> (</a:t>
          </a:r>
          <a:r>
            <a:rPr lang="en-US" sz="3200" kern="1200" dirty="0" err="1"/>
            <a:t>zeigte</a:t>
          </a:r>
          <a:r>
            <a:rPr lang="en-US" sz="3200" kern="1200" dirty="0"/>
            <a:t> </a:t>
          </a:r>
          <a:r>
            <a:rPr lang="en-US" sz="3200" kern="1200" dirty="0" err="1"/>
            <a:t>vorerst</a:t>
          </a:r>
          <a:r>
            <a:rPr lang="en-US" sz="3200" kern="1200" dirty="0"/>
            <a:t> das </a:t>
          </a:r>
          <a:r>
            <a:rPr lang="en-US" sz="3200" kern="1200" dirty="0" err="1"/>
            <a:t>Schachspiel</a:t>
          </a:r>
          <a:r>
            <a:rPr lang="en-US" sz="3200" kern="1200" dirty="0"/>
            <a:t> gar nicht an!)</a:t>
          </a:r>
        </a:p>
      </dsp:txBody>
      <dsp:txXfrm>
        <a:off x="0" y="2708"/>
        <a:ext cx="4862446" cy="1846876"/>
      </dsp:txXfrm>
    </dsp:sp>
    <dsp:sp modelId="{9754ED30-191C-4FF0-9F79-AD5E32C36F1D}">
      <dsp:nvSpPr>
        <dsp:cNvPr id="0" name=""/>
        <dsp:cNvSpPr/>
      </dsp:nvSpPr>
      <dsp:spPr>
        <a:xfrm>
          <a:off x="0" y="1849585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7B5A41-6C83-4F74-A490-84F678CBA320}">
      <dsp:nvSpPr>
        <dsp:cNvPr id="0" name=""/>
        <dsp:cNvSpPr/>
      </dsp:nvSpPr>
      <dsp:spPr>
        <a:xfrm>
          <a:off x="0" y="1849585"/>
          <a:ext cx="4862446" cy="1846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200" kern="1200" dirty="0" err="1"/>
            <a:t>Javafx</a:t>
          </a:r>
          <a:r>
            <a:rPr lang="de-AT" sz="3200" kern="1200" dirty="0"/>
            <a:t>-swing verwendet. </a:t>
          </a:r>
        </a:p>
      </dsp:txBody>
      <dsp:txXfrm>
        <a:off x="0" y="1849585"/>
        <a:ext cx="4862446" cy="1846876"/>
      </dsp:txXfrm>
    </dsp:sp>
    <dsp:sp modelId="{3E159EA1-976B-43D4-A778-F10249704858}">
      <dsp:nvSpPr>
        <dsp:cNvPr id="0" name=""/>
        <dsp:cNvSpPr/>
      </dsp:nvSpPr>
      <dsp:spPr>
        <a:xfrm>
          <a:off x="0" y="3696461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33C31E-96D6-41F1-A139-4F57AAD68DFF}">
      <dsp:nvSpPr>
        <dsp:cNvPr id="0" name=""/>
        <dsp:cNvSpPr/>
      </dsp:nvSpPr>
      <dsp:spPr>
        <a:xfrm>
          <a:off x="0" y="3696461"/>
          <a:ext cx="4862446" cy="1846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200" kern="1200" dirty="0" err="1"/>
            <a:t>SetSize</a:t>
          </a:r>
          <a:r>
            <a:rPr lang="de-AT" sz="3200" kern="1200" dirty="0"/>
            <a:t> vergessen &gt; Spielfeld deutlich kleiner, nicht bedienbar!</a:t>
          </a:r>
        </a:p>
      </dsp:txBody>
      <dsp:txXfrm>
        <a:off x="0" y="3696461"/>
        <a:ext cx="4862446" cy="184687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93DB6-86B7-4175-8FCE-D600F51A0EF5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A3364-1140-44EE-BEAA-01425F6176BF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700" b="1" kern="1200" dirty="0"/>
            <a:t>Besseres Prompten:</a:t>
          </a:r>
          <a:br>
            <a:rPr lang="de-AT" sz="1700" b="1" kern="1200" dirty="0"/>
          </a:br>
          <a:r>
            <a:rPr lang="de-AT" sz="1700" b="1" kern="1200" dirty="0"/>
            <a:t>Design-Patterns strenger verwenden.</a:t>
          </a:r>
          <a:br>
            <a:rPr lang="de-AT" sz="1700" b="1" kern="1200" dirty="0"/>
          </a:br>
          <a:r>
            <a:rPr lang="de-AT" sz="1700" b="1" kern="1200" dirty="0"/>
            <a:t>Control-Sizes achten.</a:t>
          </a:r>
          <a:endParaRPr lang="en-US" sz="1700" b="1" kern="1200" dirty="0"/>
        </a:p>
      </dsp:txBody>
      <dsp:txXfrm>
        <a:off x="765914" y="2943510"/>
        <a:ext cx="4320000" cy="720000"/>
      </dsp:txXfrm>
    </dsp:sp>
    <dsp:sp modelId="{45A085DF-E0C7-4782-A168-209200FBB574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41B88-1254-43C3-82DC-28C7AB376E58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700" b="1" kern="1200" dirty="0" err="1"/>
            <a:t>Agentic</a:t>
          </a:r>
          <a:r>
            <a:rPr lang="de-AT" sz="1700" b="1" kern="1200" dirty="0"/>
            <a:t> IDE (z.B. </a:t>
          </a:r>
          <a:r>
            <a:rPr lang="de-AT" sz="1700" b="1" kern="1200" dirty="0" err="1"/>
            <a:t>Antigravity</a:t>
          </a:r>
          <a:r>
            <a:rPr lang="de-AT" sz="1700" b="1" kern="1200" dirty="0"/>
            <a:t>) nutzen:</a:t>
          </a:r>
          <a:br>
            <a:rPr lang="de-AT" sz="1700" b="1" kern="1200" dirty="0"/>
          </a:br>
          <a:r>
            <a:rPr lang="de-AT" sz="1700" b="1" kern="1200" dirty="0"/>
            <a:t>Validierung des grafischen Outcomes.</a:t>
          </a:r>
          <a:endParaRPr lang="en-US" sz="1700" b="1" kern="1200" dirty="0"/>
        </a:p>
      </dsp:txBody>
      <dsp:txXfrm>
        <a:off x="5841914" y="2943510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7C893-4EFF-4BB6-AC17-5428270AC2E3}" type="datetimeFigureOut">
              <a:rPr lang="en-AT" smtClean="0"/>
              <a:t>05/29/2026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81A0A-76A8-4275-9FA1-6E05FDBC96A1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116862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FC5ED-F11E-2F23-9B9A-4958B3194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2BCEE-5AE5-BA06-3199-49FF3702B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1A9386-D648-A4FC-9CF1-027B76C8B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0E851-12D0-87EF-C667-7384C21E5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181A0A-76A8-4275-9FA1-6E05FDBC96A1}" type="slidenum">
              <a:rPr kumimoji="0" lang="en-A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0637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A9618-0625-FF1C-5397-D588AA1AE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A33E8-82A9-7C50-7197-6158B4F52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7E1575-C594-5789-1047-2D0B6BFB1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6AD6A-A6D7-49FD-7F3C-D85A263AB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181A0A-76A8-4275-9FA1-6E05FDBC96A1}" type="slidenum">
              <a:rPr kumimoji="0" lang="en-A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8543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Mit ein paar mal Nachfragen konnte für ein einfaches Projekt dieses Ergebnis erzielt werden.</a:t>
            </a:r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81A0A-76A8-4275-9FA1-6E05FDBC96A1}" type="slidenum">
              <a:rPr lang="en-AT" smtClean="0"/>
              <a:t>7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6306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81A0A-76A8-4275-9FA1-6E05FDBC96A1}" type="slidenum">
              <a:rPr lang="en-AT" smtClean="0"/>
              <a:t>9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100745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Beispiel</a:t>
            </a:r>
            <a:r>
              <a:rPr lang="en-GB" dirty="0"/>
              <a:t> Graphen </a:t>
            </a:r>
            <a:r>
              <a:rPr lang="en-GB" dirty="0" err="1"/>
              <a:t>finden</a:t>
            </a:r>
            <a:r>
              <a:rPr lang="en-GB" dirty="0"/>
              <a:t> und </a:t>
            </a:r>
            <a:r>
              <a:rPr lang="en-GB" dirty="0" err="1"/>
              <a:t>hier</a:t>
            </a:r>
            <a:r>
              <a:rPr lang="en-GB" dirty="0"/>
              <a:t> </a:t>
            </a:r>
            <a:r>
              <a:rPr lang="en-GB" dirty="0" err="1"/>
              <a:t>einfügen</a:t>
            </a:r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81A0A-76A8-4275-9FA1-6E05FDBC96A1}" type="slidenum">
              <a:rPr lang="en-AT" smtClean="0"/>
              <a:t>14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32962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Beispiele</a:t>
            </a:r>
            <a:r>
              <a:rPr lang="en-GB" dirty="0"/>
              <a:t> für Fehler </a:t>
            </a:r>
            <a:r>
              <a:rPr lang="en-GB" dirty="0" err="1"/>
              <a:t>einfügen</a:t>
            </a:r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81A0A-76A8-4275-9FA1-6E05FDBC96A1}" type="slidenum">
              <a:rPr lang="en-AT" smtClean="0"/>
              <a:t>15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453007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Es </a:t>
            </a:r>
            <a:r>
              <a:rPr lang="en-GB" dirty="0" err="1"/>
              <a:t>wird</a:t>
            </a:r>
            <a:r>
              <a:rPr lang="en-GB" dirty="0"/>
              <a:t> </a:t>
            </a:r>
            <a:r>
              <a:rPr lang="en-GB" dirty="0" err="1"/>
              <a:t>tatsächlich</a:t>
            </a:r>
            <a:r>
              <a:rPr lang="en-GB" dirty="0"/>
              <a:t> für </a:t>
            </a:r>
            <a:r>
              <a:rPr lang="en-GB" dirty="0" err="1"/>
              <a:t>jede</a:t>
            </a:r>
            <a:r>
              <a:rPr lang="en-GB" dirty="0"/>
              <a:t> </a:t>
            </a:r>
            <a:r>
              <a:rPr lang="en-GB" dirty="0" err="1"/>
              <a:t>Datei</a:t>
            </a:r>
            <a:r>
              <a:rPr lang="en-GB" dirty="0"/>
              <a:t> </a:t>
            </a:r>
            <a:r>
              <a:rPr lang="en-GB" dirty="0" err="1"/>
              <a:t>ein</a:t>
            </a:r>
            <a:r>
              <a:rPr lang="en-GB" dirty="0"/>
              <a:t> prompt an den </a:t>
            </a:r>
            <a:r>
              <a:rPr lang="en-GB" dirty="0" err="1"/>
              <a:t>Agenten</a:t>
            </a:r>
            <a:r>
              <a:rPr lang="en-GB" dirty="0"/>
              <a:t> </a:t>
            </a:r>
            <a:r>
              <a:rPr lang="en-GB" dirty="0" err="1"/>
              <a:t>geschickt</a:t>
            </a:r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81A0A-76A8-4275-9FA1-6E05FDBC96A1}" type="slidenum">
              <a:rPr lang="en-AT" smtClean="0"/>
              <a:t>18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24136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81A0A-76A8-4275-9FA1-6E05FDBC96A1}" type="slidenum">
              <a:rPr lang="en-AT" smtClean="0"/>
              <a:t>20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091350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81A0A-76A8-4275-9FA1-6E05FDBC96A1}" type="slidenum">
              <a:rPr lang="en-AT" smtClean="0"/>
              <a:t>23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217844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Beim </a:t>
            </a:r>
            <a:r>
              <a:rPr lang="en-GB" dirty="0" err="1"/>
              <a:t>Rechteck</a:t>
            </a:r>
            <a:r>
              <a:rPr lang="en-GB" dirty="0"/>
              <a:t> </a:t>
            </a:r>
            <a:r>
              <a:rPr lang="en-GB" dirty="0" err="1"/>
              <a:t>wird</a:t>
            </a:r>
            <a:r>
              <a:rPr lang="en-GB" dirty="0"/>
              <a:t> </a:t>
            </a:r>
            <a:r>
              <a:rPr lang="en-GB" dirty="0" err="1"/>
              <a:t>bereits</a:t>
            </a:r>
            <a:r>
              <a:rPr lang="en-GB" dirty="0"/>
              <a:t> </a:t>
            </a:r>
            <a:r>
              <a:rPr lang="en-GB" dirty="0" err="1"/>
              <a:t>während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ziehen</a:t>
            </a:r>
            <a:r>
              <a:rPr lang="en-GB" dirty="0"/>
              <a:t> </a:t>
            </a:r>
            <a:r>
              <a:rPr lang="en-GB" dirty="0" err="1"/>
              <a:t>gezeichnet</a:t>
            </a:r>
            <a:r>
              <a:rPr lang="en-GB" dirty="0"/>
              <a:t>. Das </a:t>
            </a:r>
            <a:r>
              <a:rPr lang="en-GB" dirty="0" err="1"/>
              <a:t>ist</a:t>
            </a:r>
            <a:r>
              <a:rPr lang="en-GB" dirty="0"/>
              <a:t> nicht optimal, </a:t>
            </a:r>
            <a:r>
              <a:rPr lang="en-GB" dirty="0" err="1"/>
              <a:t>weil</a:t>
            </a:r>
            <a:r>
              <a:rPr lang="en-GB" dirty="0"/>
              <a:t> es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visuellen</a:t>
            </a:r>
            <a:r>
              <a:rPr lang="en-GB" dirty="0"/>
              <a:t> </a:t>
            </a:r>
            <a:r>
              <a:rPr lang="en-GB" dirty="0" err="1"/>
              <a:t>Artefakten</a:t>
            </a:r>
            <a:r>
              <a:rPr lang="en-GB" dirty="0"/>
              <a:t> </a:t>
            </a:r>
            <a:r>
              <a:rPr lang="en-GB" dirty="0" err="1"/>
              <a:t>führen</a:t>
            </a:r>
            <a:r>
              <a:rPr lang="en-GB" dirty="0"/>
              <a:t> </a:t>
            </a:r>
            <a:r>
              <a:rPr lang="en-GB" dirty="0" err="1"/>
              <a:t>kann</a:t>
            </a:r>
            <a:r>
              <a:rPr lang="en-GB" dirty="0"/>
              <a:t>. </a:t>
            </a:r>
            <a:r>
              <a:rPr lang="en-GB" dirty="0" err="1"/>
              <a:t>Außerdem</a:t>
            </a:r>
            <a:r>
              <a:rPr lang="en-GB" dirty="0"/>
              <a:t> </a:t>
            </a:r>
            <a:r>
              <a:rPr lang="en-GB" dirty="0" err="1"/>
              <a:t>wird</a:t>
            </a:r>
            <a:r>
              <a:rPr lang="en-GB" dirty="0"/>
              <a:t> foreground </a:t>
            </a:r>
            <a:r>
              <a:rPr lang="en-GB" dirty="0" err="1"/>
              <a:t>nie</a:t>
            </a:r>
            <a:r>
              <a:rPr lang="en-GB" dirty="0"/>
              <a:t> </a:t>
            </a:r>
            <a:r>
              <a:rPr lang="en-GB" dirty="0" err="1"/>
              <a:t>synchronisiert</a:t>
            </a:r>
            <a:r>
              <a:rPr lang="en-GB" dirty="0"/>
              <a:t>.</a:t>
            </a:r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81A0A-76A8-4275-9FA1-6E05FDBC96A1}" type="slidenum">
              <a:rPr lang="en-AT" smtClean="0"/>
              <a:t>31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077075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471C4-5FB2-CFC9-F34E-3A559C10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A58AD-C841-4E88-2A26-7CCA76C54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BAD40-98EE-1675-7B6C-A6A687C07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64FD9-E6E5-565D-781A-3FE2D3CA4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181A0A-76A8-4275-9FA1-6E05FDBC96A1}" type="slidenum">
              <a:rPr kumimoji="0" lang="en-A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A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0038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2A32-FB79-3218-4518-CA967CF64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F0831-F632-37A6-7CD3-7ED957AEA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7090F-76FE-758B-1EE4-78A0774C4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62BF-B9AE-4FF7-8685-728414882336}" type="datetimeFigureOut">
              <a:rPr lang="en-AT" smtClean="0"/>
              <a:t>05/29/2026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D814C-650E-09D7-09F4-34FE66E6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D95FC-84E0-0B56-7320-CD42F08B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22B6A-2057-493A-BCE4-485ACD4C590A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431352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517A9-E5ED-1DCB-6DF2-F4E34B88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D01CD-B79F-9FCA-9E8E-427D16E54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9E1CA-4997-D179-A988-BD4D23589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62BF-B9AE-4FF7-8685-728414882336}" type="datetimeFigureOut">
              <a:rPr lang="en-AT" smtClean="0"/>
              <a:t>05/29/2026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D6520-41ED-DF64-FF44-ACC7983F8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9FBAA-DF2E-290A-AFC2-FB66355DE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22B6A-2057-493A-BCE4-485ACD4C590A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928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9B6C4-EFC3-AEB8-B3B0-042DA6ADA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E05F7-EEDA-96E3-A293-D81BEC441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AE621-5C27-515A-2512-3B501E97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62BF-B9AE-4FF7-8685-728414882336}" type="datetimeFigureOut">
              <a:rPr lang="en-AT" smtClean="0"/>
              <a:t>05/29/2026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8C3D3-B623-BD2E-CB43-C7E5BB333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E8019-7E20-B0C7-F9D4-7C48BCCF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22B6A-2057-493A-BCE4-485ACD4C590A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910239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3BAD6-3EDD-E778-E216-B58D7CE2C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17C36-7950-53EB-7B65-5CE6051C42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BC20E-DD14-74F4-ECA7-A9F1EDD69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2A191-758F-8F53-8ADD-532A8D8E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62BF-B9AE-4FF7-8685-728414882336}" type="datetimeFigureOut">
              <a:rPr lang="en-AT" smtClean="0"/>
              <a:t>05/29/2026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326D1-6ED6-0D90-29B9-95AAF6D4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80DCD-29F9-6D12-B88E-021B0F1C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22B6A-2057-493A-BCE4-485ACD4C590A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105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7C8B6-E2B6-B8A2-C90F-E0F1C785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E5EAE-5702-3254-82D2-E1C660C10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E9694-7E1A-573B-BBA2-9DC86B461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AC3389-DBB0-A11D-1851-6C58B634B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843D16-3069-03C1-9EE0-D11774D01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468491-30D7-C84D-2492-C44C2E5C1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62BF-B9AE-4FF7-8685-728414882336}" type="datetimeFigureOut">
              <a:rPr lang="en-AT" smtClean="0"/>
              <a:t>05/29/2026</a:t>
            </a:fld>
            <a:endParaRPr lang="en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97BD9-314C-8E89-4459-E00E0796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0E5EE-812D-440E-D6A3-A1EC1BF6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22B6A-2057-493A-BCE4-485ACD4C590A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10806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9FAC-CF6E-711F-2874-AAA178691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6D6AA8-22CA-5287-D609-D4C604D1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62BF-B9AE-4FF7-8685-728414882336}" type="datetimeFigureOut">
              <a:rPr lang="en-AT" smtClean="0"/>
              <a:t>05/29/2026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83134-217E-FF94-28DD-6BFCB0EEA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7937D-5578-E4B6-5EC4-4B1931EAA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22B6A-2057-493A-BCE4-485ACD4C590A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99864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6B2785-E873-3CCD-0816-3D9713BDC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62BF-B9AE-4FF7-8685-728414882336}" type="datetimeFigureOut">
              <a:rPr lang="en-AT" smtClean="0"/>
              <a:t>05/29/2026</a:t>
            </a:fld>
            <a:endParaRPr lang="en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502BE-46FB-A8FA-0011-44402945D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4D25A-5F56-4174-1ECA-C5AD3827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22B6A-2057-493A-BCE4-485ACD4C590A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6332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C70C0-89F7-3AE1-AFE5-D21EEB91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A131C-27E4-3E50-A4C0-4320BCE02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9A335-CA07-1565-9790-2E2EAE448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07D59-7C95-796B-3616-3F20BE638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62BF-B9AE-4FF7-8685-728414882336}" type="datetimeFigureOut">
              <a:rPr lang="en-AT" smtClean="0"/>
              <a:t>05/29/2026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89587-78E1-DF31-EC59-F0A5B2A2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4BE81-68E9-25A5-F0B4-BBE23C5E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22B6A-2057-493A-BCE4-485ACD4C590A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53134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E7F1-5D4A-F43C-D13F-158F2A540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2FE9B8-2628-59ED-EAB9-E8F30E975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F30F9-6BC9-F225-FC3A-5A2F92C41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D9639-1215-15FC-A180-46E47E7E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62BF-B9AE-4FF7-8685-728414882336}" type="datetimeFigureOut">
              <a:rPr lang="en-AT" smtClean="0"/>
              <a:t>05/29/2026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9F1EF-6E6F-1C8A-8FC6-6D7DA20C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FE52C-79E1-E154-3E4C-2FA0E738B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22B6A-2057-493A-BCE4-485ACD4C590A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25975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AFD2-2036-5983-9E2C-6A6738C97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937B8-2E97-2455-0EB8-71671304F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D11B-2306-5ACA-5918-A1940300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62BF-B9AE-4FF7-8685-728414882336}" type="datetimeFigureOut">
              <a:rPr lang="en-AT" smtClean="0"/>
              <a:t>05/29/2026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706B9-2A37-0D74-9B05-2900D988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A66D6-4EA1-DC82-AF57-2926E74AE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22B6A-2057-493A-BCE4-485ACD4C590A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70036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6BCC3C-377A-EB62-45B2-6D9ED358D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CFFD7-DAD9-DFDC-72A4-574332590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4046C-E77E-F757-43A0-0F669241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62BF-B9AE-4FF7-8685-728414882336}" type="datetimeFigureOut">
              <a:rPr lang="en-AT" smtClean="0"/>
              <a:t>05/29/2026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7479F-FCBA-CB14-0089-7CF83EE2E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D2229-FE33-2108-371D-129F74FE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22B6A-2057-493A-BCE4-485ACD4C590A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845280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61260-F8EC-3337-12AE-81729A825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4D2BC-1445-3F48-73B7-B5B97355D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F9F45-2390-C0D4-F745-6482FAA11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862BF-B9AE-4FF7-8685-728414882336}" type="datetimeFigureOut">
              <a:rPr lang="en-AT" smtClean="0"/>
              <a:t>05/29/2026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02FD3-0246-A78F-ACE1-F78B16CBA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033F1-8327-9C82-B14E-22983765E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522B6A-2057-493A-BCE4-485ACD4C590A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81102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twickler.de/java/aus-alt-mach-neu-003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A4608-7C77-B689-ABA2-677566A7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D2B6DC-EE1D-8FAD-D911-0583CC4E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9EBC74-1FC1-E01F-31F1-BA7943B57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86A98B-7354-B43A-6891-8726A2A27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6165D9-BFCF-6D73-39A1-A8EE22A9E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FDB7EE-97B8-0969-3B6B-D1234BD1D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7402B6-85D3-7D71-6AE7-BAAA34333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B674D65-C9AD-3CE3-7198-7D03A5723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A7ECC-5D7A-7BB8-569E-8FA91444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4800" b="1" dirty="0">
                <a:solidFill>
                  <a:schemeClr val="bg1"/>
                </a:solidFill>
              </a:rPr>
              <a:t>AI-Assisted Java Legacy Migration</a:t>
            </a:r>
            <a:br>
              <a:rPr lang="en-GB" sz="4800" b="1" dirty="0">
                <a:solidFill>
                  <a:schemeClr val="bg1"/>
                </a:solidFill>
              </a:rPr>
            </a:br>
            <a:br>
              <a:rPr lang="en-GB" sz="4800" b="1" dirty="0">
                <a:solidFill>
                  <a:schemeClr val="bg1"/>
                </a:solidFill>
              </a:rPr>
            </a:br>
            <a:r>
              <a:rPr lang="en-GB" sz="2200" b="1" dirty="0">
                <a:solidFill>
                  <a:schemeClr val="bg1"/>
                </a:solidFill>
              </a:rPr>
              <a:t>(Finn Dorninger und Joachim Pallinger)</a:t>
            </a:r>
            <a:endParaRPr lang="en-US" sz="22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326BEE-C450-A02C-A4C4-3A504EB70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495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CC843-4010-B867-04DB-5335E21DB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Warum Legacy Code migrieren 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EDA701-D7D5-F824-3FB9-10EA70DCFA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82595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2935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725B8-7E00-1367-37DE-50DA31D17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Oracle sagt dazu</a:t>
            </a:r>
            <a:endParaRPr lang="en-AT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4D226-B72D-B41A-C41D-48D1D5AF2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AT" dirty="0"/>
              <a:t>„</a:t>
            </a:r>
            <a:r>
              <a:rPr lang="en-AT" i="1" dirty="0"/>
              <a:t>Swing </a:t>
            </a:r>
            <a:r>
              <a:rPr lang="en-AT" i="1" dirty="0" err="1"/>
              <a:t>wird</a:t>
            </a:r>
            <a:r>
              <a:rPr lang="en-AT" i="1" dirty="0"/>
              <a:t> auf </a:t>
            </a:r>
            <a:r>
              <a:rPr lang="en-AT" i="1" dirty="0" err="1"/>
              <a:t>absehbare</a:t>
            </a:r>
            <a:r>
              <a:rPr lang="en-AT" i="1" dirty="0"/>
              <a:t> Zeit </a:t>
            </a:r>
            <a:r>
              <a:rPr lang="en-AT" i="1" dirty="0" err="1"/>
              <a:t>Bestandteil</a:t>
            </a:r>
            <a:r>
              <a:rPr lang="en-AT" i="1" dirty="0"/>
              <a:t> des JRE </a:t>
            </a:r>
            <a:r>
              <a:rPr lang="en-AT" i="1" dirty="0" err="1"/>
              <a:t>bleiben</a:t>
            </a:r>
            <a:r>
              <a:rPr lang="en-AT" i="1" dirty="0"/>
              <a:t>, </a:t>
            </a:r>
            <a:r>
              <a:rPr lang="en-AT" i="1" dirty="0" err="1"/>
              <a:t>neue</a:t>
            </a:r>
            <a:r>
              <a:rPr lang="en-AT" i="1" dirty="0"/>
              <a:t> </a:t>
            </a:r>
            <a:r>
              <a:rPr lang="en-AT" i="1" dirty="0" err="1"/>
              <a:t>Anwendungen</a:t>
            </a:r>
            <a:r>
              <a:rPr lang="en-AT" i="1" dirty="0"/>
              <a:t> </a:t>
            </a:r>
            <a:r>
              <a:rPr lang="en-AT" i="1" dirty="0" err="1"/>
              <a:t>sollen</a:t>
            </a:r>
            <a:r>
              <a:rPr lang="en-AT" i="1" dirty="0"/>
              <a:t> </a:t>
            </a:r>
            <a:r>
              <a:rPr lang="en-AT" i="1" dirty="0" err="1"/>
              <a:t>jedoch</a:t>
            </a:r>
            <a:r>
              <a:rPr lang="en-AT" i="1" dirty="0"/>
              <a:t> </a:t>
            </a:r>
            <a:r>
              <a:rPr lang="en-AT" i="1" dirty="0" err="1"/>
              <a:t>möglichst</a:t>
            </a:r>
            <a:r>
              <a:rPr lang="en-AT" i="1" dirty="0"/>
              <a:t> immer </a:t>
            </a:r>
            <a:r>
              <a:rPr lang="en-AT" i="1" dirty="0" err="1"/>
              <a:t>mit</a:t>
            </a:r>
            <a:r>
              <a:rPr lang="en-AT" i="1" dirty="0"/>
              <a:t> JavaFX </a:t>
            </a:r>
            <a:r>
              <a:rPr lang="en-AT" i="1" dirty="0" err="1"/>
              <a:t>umgesetzt</a:t>
            </a:r>
            <a:r>
              <a:rPr lang="en-AT" i="1" dirty="0"/>
              <a:t> </a:t>
            </a:r>
            <a:r>
              <a:rPr lang="en-AT" i="1" dirty="0" err="1"/>
              <a:t>werden</a:t>
            </a:r>
            <a:r>
              <a:rPr lang="en-AT" i="1" dirty="0"/>
              <a:t>. </a:t>
            </a:r>
            <a:r>
              <a:rPr lang="en-AT" i="1" dirty="0" err="1"/>
              <a:t>Existierende</a:t>
            </a:r>
            <a:r>
              <a:rPr lang="en-AT" i="1" dirty="0"/>
              <a:t> Swing-</a:t>
            </a:r>
            <a:r>
              <a:rPr lang="en-AT" i="1" dirty="0" err="1"/>
              <a:t>Anwendungen</a:t>
            </a:r>
            <a:r>
              <a:rPr lang="en-AT" i="1" dirty="0"/>
              <a:t> </a:t>
            </a:r>
            <a:r>
              <a:rPr lang="en-AT" i="1" dirty="0" err="1"/>
              <a:t>können</a:t>
            </a:r>
            <a:r>
              <a:rPr lang="en-AT" i="1" dirty="0"/>
              <a:t> </a:t>
            </a:r>
            <a:r>
              <a:rPr lang="en-AT" i="1" dirty="0" err="1"/>
              <a:t>mit</a:t>
            </a:r>
            <a:r>
              <a:rPr lang="en-AT" i="1" dirty="0"/>
              <a:t> JavaFX </a:t>
            </a:r>
            <a:r>
              <a:rPr lang="en-AT" i="1" dirty="0" err="1"/>
              <a:t>erweitert</a:t>
            </a:r>
            <a:r>
              <a:rPr lang="en-AT" i="1" dirty="0"/>
              <a:t> </a:t>
            </a:r>
            <a:r>
              <a:rPr lang="en-AT" i="1" dirty="0" err="1"/>
              <a:t>werden</a:t>
            </a:r>
            <a:r>
              <a:rPr lang="en-AT" i="1" dirty="0"/>
              <a:t>, dies </a:t>
            </a:r>
            <a:r>
              <a:rPr lang="en-AT" i="1" dirty="0" err="1"/>
              <a:t>ermöglicht</a:t>
            </a:r>
            <a:r>
              <a:rPr lang="en-AT" i="1" dirty="0"/>
              <a:t> </a:t>
            </a:r>
            <a:r>
              <a:rPr lang="en-AT" i="1" dirty="0" err="1"/>
              <a:t>eine</a:t>
            </a:r>
            <a:r>
              <a:rPr lang="en-AT" i="1" dirty="0"/>
              <a:t> </a:t>
            </a:r>
            <a:r>
              <a:rPr lang="en-AT" i="1" dirty="0" err="1"/>
              <a:t>sanfte</a:t>
            </a:r>
            <a:r>
              <a:rPr lang="en-AT" i="1" dirty="0"/>
              <a:t> und </a:t>
            </a:r>
            <a:r>
              <a:rPr lang="en-AT" i="1" dirty="0" err="1"/>
              <a:t>fortlaufende</a:t>
            </a:r>
            <a:r>
              <a:rPr lang="en-AT" i="1" dirty="0"/>
              <a:t> </a:t>
            </a:r>
            <a:r>
              <a:rPr lang="en-AT" i="1" dirty="0" err="1"/>
              <a:t>Umstellung</a:t>
            </a:r>
            <a:r>
              <a:rPr lang="en-AT" i="1" dirty="0"/>
              <a:t>.“</a:t>
            </a:r>
            <a:endParaRPr lang="en-GB" i="1" dirty="0"/>
          </a:p>
          <a:p>
            <a:endParaRPr lang="en-GB" i="1" dirty="0"/>
          </a:p>
          <a:p>
            <a:r>
              <a:rPr lang="en-AT" dirty="0">
                <a:hlinkClick r:id="rId2" tooltip="https://entwickler.de/java/aus-alt-mach-neu-003"/>
              </a:rPr>
              <a:t>https://entwickler.de/java/aus-alt-mach-neu-003</a:t>
            </a:r>
            <a:endParaRPr lang="en-GB" dirty="0"/>
          </a:p>
          <a:p>
            <a:pPr marL="0" indent="0">
              <a:buNone/>
            </a:pP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221580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40CB6-6918-4A78-7C52-C4BE40A34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8DCB7F0-D868-8E1B-882E-9E6CABFBB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1DCBD-D7FE-DAC3-AB29-B0592242F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93147D-D6F9-18B1-FC68-A434A9424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90E1D8-D37A-8704-605A-C9792F1F6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8A73DA-C323-C124-16D9-CBB657751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FDC3CD-FAC6-7BDF-800B-3FB011E26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CBC9E49-7D7E-446F-2332-CC6F1D0CA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FD62C-633B-C448-97D1-91ADC47C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Unser Projekt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089430-C678-7516-514E-6CE720C5D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7931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331EC2-687E-C253-F75E-9144D73F7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High-Level Goal</a:t>
            </a:r>
            <a:endParaRPr lang="en-AT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CDD4AC-4253-D8D3-61A9-D3F4B1C5B0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148686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979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E37AE-55C8-B549-7551-B8AACC665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Erste Versuche</a:t>
            </a:r>
            <a:endParaRPr lang="en-AT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22F632-D744-78FF-5AAC-C2D7334150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561305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8109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DC84CD-34AB-8C49-A959-73CDCE7D8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082" y="1329099"/>
            <a:ext cx="5120127" cy="4199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9EFD78-3A00-AD57-7EF9-958971FFE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56" y="1518551"/>
            <a:ext cx="5162264" cy="387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551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A3E88-50C3-026C-211F-5CB56CFE1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Herausforderungen</a:t>
            </a:r>
            <a:endParaRPr lang="en-AT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68119E-873D-BD4D-63CB-A58547353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927328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9874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54A0A2-FAAA-47E4-8D5E-F0C2C4D9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Wie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haben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wir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die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Probleme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gelöst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81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926AEE-B757-48B0-490A-B0CFDB15DD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045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907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AD677-8842-2125-8D8C-9E8011C7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Verwendete KI Tools</a:t>
            </a:r>
            <a:endParaRPr lang="en-AT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526BD1-4140-F2BA-F28B-86DF51D4A3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089498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1831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0DCACA-A335-C967-507B-B798BE517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Problem – Reihenfolge</a:t>
            </a:r>
            <a:endParaRPr lang="en-AT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88EBF-4285-4D09-CC13-AF29F6728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306679" cy="5546047"/>
          </a:xfrm>
        </p:spPr>
        <p:txBody>
          <a:bodyPr anchor="ctr">
            <a:normAutofit/>
          </a:bodyPr>
          <a:lstStyle/>
          <a:p>
            <a:endParaRPr lang="en-GB" sz="2000" dirty="0"/>
          </a:p>
          <a:p>
            <a:r>
              <a:rPr lang="en-GB" sz="2000" dirty="0" err="1"/>
              <a:t>Einlesen</a:t>
            </a:r>
            <a:r>
              <a:rPr lang="en-GB" sz="2000" dirty="0"/>
              <a:t> der </a:t>
            </a:r>
            <a:r>
              <a:rPr lang="en-GB" sz="2000" dirty="0" err="1"/>
              <a:t>Dateien</a:t>
            </a:r>
            <a:r>
              <a:rPr lang="en-GB" sz="2000" dirty="0"/>
              <a:t> in </a:t>
            </a:r>
            <a:r>
              <a:rPr lang="en-GB" sz="2000" dirty="0" err="1"/>
              <a:t>unbestimmter</a:t>
            </a:r>
            <a:r>
              <a:rPr lang="en-GB" sz="2000" dirty="0"/>
              <a:t> </a:t>
            </a:r>
            <a:r>
              <a:rPr lang="en-GB" sz="2000" dirty="0" err="1"/>
              <a:t>Reihenfolge</a:t>
            </a:r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Noch nicht </a:t>
            </a:r>
            <a:r>
              <a:rPr lang="en-GB" sz="2000" dirty="0" err="1"/>
              <a:t>bekannte</a:t>
            </a:r>
            <a:r>
              <a:rPr lang="en-GB" sz="2000" dirty="0"/>
              <a:t> </a:t>
            </a:r>
            <a:r>
              <a:rPr lang="en-GB" sz="2000" dirty="0" err="1"/>
              <a:t>Importe</a:t>
            </a:r>
            <a:r>
              <a:rPr lang="en-GB" sz="2000" dirty="0"/>
              <a:t>/</a:t>
            </a:r>
            <a:r>
              <a:rPr lang="en-GB" sz="2000" dirty="0" err="1"/>
              <a:t>Methodenaufrufe</a:t>
            </a:r>
            <a:r>
              <a:rPr lang="en-GB" sz="2000" dirty="0"/>
              <a:t> </a:t>
            </a:r>
            <a:r>
              <a:rPr lang="en-GB" sz="2000" dirty="0" err="1"/>
              <a:t>werden</a:t>
            </a:r>
            <a:r>
              <a:rPr lang="en-GB" sz="2000" dirty="0"/>
              <a:t> </a:t>
            </a:r>
            <a:r>
              <a:rPr lang="en-GB" sz="2000" dirty="0" err="1"/>
              <a:t>halluziniert</a:t>
            </a:r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Bei </a:t>
            </a:r>
            <a:r>
              <a:rPr lang="en-GB" sz="2000" dirty="0" err="1"/>
              <a:t>Zyklen</a:t>
            </a:r>
            <a:r>
              <a:rPr lang="en-GB" sz="2000" dirty="0"/>
              <a:t> -&gt; </a:t>
            </a:r>
            <a:r>
              <a:rPr lang="en-GB" sz="2000" dirty="0" err="1"/>
              <a:t>unklare</a:t>
            </a:r>
            <a:r>
              <a:rPr lang="en-GB" sz="2000" dirty="0"/>
              <a:t> </a:t>
            </a:r>
            <a:r>
              <a:rPr lang="en-GB" sz="2000" dirty="0" err="1"/>
              <a:t>Priorisierung</a:t>
            </a:r>
            <a:endParaRPr lang="en-GB" sz="2000" dirty="0"/>
          </a:p>
          <a:p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643E6C-5437-D56C-BE14-FE1688B85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502" y="2119790"/>
            <a:ext cx="3615776" cy="263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984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064E3C-91BC-EB66-7D2D-CF9BA82D2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Lösung – Reihenfolge</a:t>
            </a:r>
            <a:endParaRPr lang="en-AT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95538F-6D3A-81D5-0807-0B6D807764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815692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6984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5DD8DB-4026-035C-165F-B6456E1A3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345" y="643466"/>
            <a:ext cx="513930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536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B4C8A-D1E0-0A03-E0D1-F4CFD9A05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Problem - Aufmerksamkeit der KI</a:t>
            </a:r>
            <a:endParaRPr lang="en-AT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9DA32-8B40-FC95-480F-841DA8F49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/>
              <a:t>Um so größer das Projekt, umso größer die Gefahr von Halluzinationen</a:t>
            </a:r>
          </a:p>
          <a:p>
            <a:endParaRPr lang="en-GB" sz="2000"/>
          </a:p>
          <a:p>
            <a:r>
              <a:rPr lang="en-GB" sz="2000"/>
              <a:t>Code wird gekürzt/weggelassen</a:t>
            </a:r>
          </a:p>
          <a:p>
            <a:pPr lvl="1"/>
            <a:r>
              <a:rPr lang="en-GB" sz="2000"/>
              <a:t>Z.B. Views nicht eingebaut</a:t>
            </a:r>
          </a:p>
          <a:p>
            <a:endParaRPr lang="en-GB" sz="2000"/>
          </a:p>
          <a:p>
            <a:r>
              <a:rPr lang="en-GB" sz="2000"/>
              <a:t>Logik wird vereinfacht</a:t>
            </a:r>
          </a:p>
          <a:p>
            <a:endParaRPr lang="en-GB" sz="2000"/>
          </a:p>
          <a:p>
            <a:r>
              <a:rPr lang="en-GB" sz="2000"/>
              <a:t>Änderung von Textinhalten (z.B. Titel, Button Beschriftungen, …)</a:t>
            </a:r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787530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1713DC-42EB-23CF-0759-A5A1BBB7A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Problem - Aufmerksamkeit der KI</a:t>
            </a:r>
            <a:endParaRPr lang="en-AT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45DE7F-59C5-96C1-4BE0-204B233088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5777673"/>
              </p:ext>
            </p:extLst>
          </p:nvPr>
        </p:nvGraphicFramePr>
        <p:xfrm>
          <a:off x="1259174" y="2988178"/>
          <a:ext cx="9673651" cy="3050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5200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FC34B-04E3-04C0-AC64-A2BF0A45C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Lösung – Aufmerksamkeit der KI</a:t>
            </a:r>
            <a:endParaRPr lang="en-AT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9434A2-CB16-B50D-6141-A13E4CBDBC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77211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1183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DE6D78-2C23-6F7F-AD99-BA3E96B28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5418" y="-61415"/>
            <a:ext cx="12410364" cy="69808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75F490-DFBC-1C29-FBAF-F7BED789B046}"/>
              </a:ext>
            </a:extLst>
          </p:cNvPr>
          <p:cNvSpPr txBox="1"/>
          <p:nvPr/>
        </p:nvSpPr>
        <p:spPr>
          <a:xfrm>
            <a:off x="924339" y="1490456"/>
            <a:ext cx="10966173" cy="387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AT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migrate_single_file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T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java_file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T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T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T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T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T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T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T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T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] 🛠️  Migrating: 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T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java_file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..."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source_path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AT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AT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T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source_dir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T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java_file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target_path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AT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AT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T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target_src_dir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T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java_file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AT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makedirs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AT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AT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target_path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AT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exist_ok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AT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AT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"Migrate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the Swing class '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source_path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 to JavaFX. "</a:t>
            </a:r>
            <a:endParaRPr lang="en-AT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AT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AT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"Save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result to '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target_path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'.</a:t>
            </a:r>
            <a:r>
              <a:rPr lang="en-AT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en-AT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"Rules: Use JavaFX, modern syntax (lambdas),</a:t>
            </a:r>
            <a:endParaRPr lang="en-GB" b="0" dirty="0">
              <a:solidFill>
                <a:srgbClr val="A5D6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dirty="0">
                <a:solidFill>
                  <a:srgbClr val="A5D6FF"/>
                </a:solidFill>
                <a:latin typeface="Consolas" panose="020B0609020204030204" pitchFamily="49" charset="0"/>
              </a:rPr>
              <a:t>		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keep package declaration, do not change logic."</a:t>
            </a:r>
            <a:endParaRPr lang="en-AT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stderr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AT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call_gemini_ai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"✅ 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T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java_file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migrated."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AT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update_file_status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java_file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"completed"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"❌ Error migrating 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T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java_file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stderr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AT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update_file_status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java_file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"failed"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99242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D665B-FC9C-D5C7-B459-9E4519879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Der “Self-Healing” Loop</a:t>
            </a:r>
            <a:endParaRPr lang="en-AT" sz="4000">
              <a:solidFill>
                <a:srgbClr val="FFFFFF"/>
              </a:solidFill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DE7BB97-1608-56A6-50DE-5BA6662290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86191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8712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DCCB81-C422-6DEA-998E-C49B3892D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5418" y="-61415"/>
            <a:ext cx="12410364" cy="6980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4C0F20-C89C-EA6B-613F-81583E511F23}"/>
              </a:ext>
            </a:extLst>
          </p:cNvPr>
          <p:cNvSpPr txBox="1"/>
          <p:nvPr/>
        </p:nvSpPr>
        <p:spPr>
          <a:xfrm>
            <a:off x="587016" y="1580224"/>
            <a:ext cx="11767930" cy="369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AT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run_validation_phase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T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--- Phase 3: Validation &amp; Build ---"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max_fix_attempts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en-AT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attempt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max_fix_attempts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build_cmd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AT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"mvn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-f 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T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target_project_dir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/pom.xml compile"</a:t>
            </a:r>
            <a:endParaRPr lang="en-AT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stdout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stderr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AT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execute_shell_command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build_cmd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AT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"✅ Build successful!"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AT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finalize_migration_status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"Completed"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AT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AT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AT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attempt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max_fix_attempts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"❌ Build failed (Attempt 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attempt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max_fix_attempts</a:t>
            </a:r>
            <a:r>
              <a:rPr lang="en-AT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).</a:t>
            </a:r>
            <a:endParaRPr lang="en-GB" b="0" dirty="0">
              <a:solidFill>
                <a:srgbClr val="A5D6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dirty="0">
                <a:solidFill>
                  <a:srgbClr val="A5D6FF"/>
                </a:solidFill>
                <a:latin typeface="Consolas" panose="020B0609020204030204" pitchFamily="49" charset="0"/>
              </a:rPr>
              <a:t>				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Invoking AI Auto-Fix..."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AT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apply_ai_build_fix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stdout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T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stderr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AT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"🛑 Max retry attempts reached for build fixes."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AT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T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AT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finalize_migration_status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"Build Failed"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6229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0DE69-9D7F-798D-8F4B-7252CE6C1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– </a:t>
            </a:r>
            <a:r>
              <a:rPr lang="en-GB" dirty="0" err="1"/>
              <a:t>Fortsetzbarkeit</a:t>
            </a:r>
            <a:endParaRPr lang="en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57E4F-C944-8D97-9F5F-DAE481219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 err="1"/>
              <a:t>Vieles</a:t>
            </a:r>
            <a:r>
              <a:rPr lang="en-GB" dirty="0"/>
              <a:t> </a:t>
            </a:r>
            <a:r>
              <a:rPr lang="en-GB" dirty="0" err="1"/>
              <a:t>kann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Abbruch</a:t>
            </a:r>
            <a:r>
              <a:rPr lang="en-GB" dirty="0"/>
              <a:t> </a:t>
            </a:r>
            <a:r>
              <a:rPr lang="en-GB" dirty="0" err="1"/>
              <a:t>führen</a:t>
            </a:r>
            <a:endParaRPr lang="en-GB" dirty="0"/>
          </a:p>
          <a:p>
            <a:pPr lvl="1"/>
            <a:r>
              <a:rPr lang="en-GB" dirty="0" err="1"/>
              <a:t>Verbindungsabbruch</a:t>
            </a:r>
            <a:endParaRPr lang="en-GB" dirty="0"/>
          </a:p>
          <a:p>
            <a:pPr lvl="1"/>
            <a:r>
              <a:rPr lang="en-GB" dirty="0"/>
              <a:t>Quota </a:t>
            </a:r>
            <a:r>
              <a:rPr lang="en-GB" dirty="0" err="1"/>
              <a:t>aufgebraucht</a:t>
            </a:r>
            <a:endParaRPr lang="en-GB" dirty="0"/>
          </a:p>
          <a:p>
            <a:pPr lvl="1"/>
            <a:r>
              <a:rPr lang="en-GB" dirty="0"/>
              <a:t>…</a:t>
            </a:r>
          </a:p>
          <a:p>
            <a:endParaRPr lang="en-GB" dirty="0"/>
          </a:p>
          <a:p>
            <a:r>
              <a:rPr lang="en-GB" dirty="0"/>
              <a:t>Alles </a:t>
            </a:r>
            <a:r>
              <a:rPr lang="en-GB" dirty="0" err="1"/>
              <a:t>weg</a:t>
            </a:r>
            <a:r>
              <a:rPr lang="en-GB" dirty="0"/>
              <a:t> ? 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5461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1DD4F-0012-C495-BC22-C8E15954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700">
                <a:solidFill>
                  <a:srgbClr val="FFFFFF"/>
                </a:solidFill>
              </a:rPr>
              <a:t>Lösung - Fortsetzbarkeit</a:t>
            </a:r>
            <a:endParaRPr lang="en-AT" sz="37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F34658-4922-26AB-DCED-D7F87CA201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60008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3592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2236E5-7E11-54FF-A58D-8EF62660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5418" y="-61415"/>
            <a:ext cx="12410364" cy="6980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C68E95-5D5D-0C98-C407-2417918235D6}"/>
              </a:ext>
            </a:extLst>
          </p:cNvPr>
          <p:cNvSpPr txBox="1"/>
          <p:nvPr/>
        </p:nvSpPr>
        <p:spPr>
          <a:xfrm>
            <a:off x="1967947" y="1247025"/>
            <a:ext cx="9170505" cy="4056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T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"project"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"SampleProject1"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T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"status"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"Completed"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T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T" b="0" dirty="0" err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migration_sequence</a:t>
            </a:r>
            <a:r>
              <a:rPr lang="en-AT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"TodoItem.java"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"TodoModel.java"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"TodoFrame.java"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"Main.java"</a:t>
            </a:r>
            <a:endParaRPr lang="en-AT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],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T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T" b="0" dirty="0" err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file_status</a:t>
            </a:r>
            <a:r>
              <a:rPr lang="en-AT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"TodoItem.java"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„</a:t>
            </a:r>
            <a:r>
              <a:rPr lang="de-AT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progress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"TodoModel.java"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"failed"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"TodoFrame.java"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"failed"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"Main.java"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"failed"</a:t>
            </a:r>
            <a:endParaRPr lang="en-AT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T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"history"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"2026-05-26T19:42:12.501685: TodoItem.java -&gt; failed"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"2026-05-26T19:42:17.836107: TodoModel.java -&gt; failed"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"2026-05-26T19:42:22.822428: TodoFrame.java -&gt; failed"</a:t>
            </a: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T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"2026-05-26T19:42:28.007923: Main.java -&gt; failed"</a:t>
            </a:r>
            <a:endParaRPr lang="en-AT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pPr>
              <a:lnSpc>
                <a:spcPts val="1425"/>
              </a:lnSpc>
              <a:buNone/>
            </a:pPr>
            <a:r>
              <a:rPr lang="en-AT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3597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03D6-07C9-3282-D975-017052A7E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Erkenntnisse</a:t>
            </a:r>
            <a:endParaRPr lang="en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553D1-25B4-BCB5-0240-CE197A43A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Ohne</a:t>
            </a:r>
            <a:r>
              <a:rPr lang="en-GB" dirty="0"/>
              <a:t> </a:t>
            </a:r>
            <a:r>
              <a:rPr lang="en-GB" dirty="0" err="1"/>
              <a:t>ausdrückliche</a:t>
            </a:r>
            <a:r>
              <a:rPr lang="en-GB" dirty="0"/>
              <a:t> </a:t>
            </a:r>
            <a:r>
              <a:rPr lang="en-GB" dirty="0" err="1"/>
              <a:t>Aufforderung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Designpatterns</a:t>
            </a:r>
            <a:r>
              <a:rPr lang="en-GB" dirty="0"/>
              <a:t> </a:t>
            </a:r>
            <a:r>
              <a:rPr lang="en-GB" dirty="0" err="1"/>
              <a:t>schlecht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nicht </a:t>
            </a:r>
            <a:r>
              <a:rPr lang="en-GB" dirty="0" err="1"/>
              <a:t>angewandt</a:t>
            </a:r>
            <a:r>
              <a:rPr lang="en-GB" dirty="0"/>
              <a:t> (</a:t>
            </a:r>
            <a:r>
              <a:rPr lang="en-GB" dirty="0" err="1"/>
              <a:t>z.B.</a:t>
            </a:r>
            <a:r>
              <a:rPr lang="en-GB" dirty="0"/>
              <a:t> MVC)</a:t>
            </a:r>
          </a:p>
          <a:p>
            <a:endParaRPr lang="en-GB" dirty="0"/>
          </a:p>
          <a:p>
            <a:r>
              <a:rPr lang="en-GB" dirty="0" err="1"/>
              <a:t>Verwendet</a:t>
            </a:r>
            <a:r>
              <a:rPr lang="en-GB" dirty="0"/>
              <a:t> </a:t>
            </a:r>
            <a:r>
              <a:rPr lang="en-GB" dirty="0" err="1"/>
              <a:t>teilweise</a:t>
            </a:r>
            <a:r>
              <a:rPr lang="en-GB" dirty="0"/>
              <a:t> JavaFX-Swing </a:t>
            </a:r>
            <a:r>
              <a:rPr lang="en-GB" dirty="0" err="1"/>
              <a:t>statt</a:t>
            </a:r>
            <a:r>
              <a:rPr lang="en-GB" dirty="0"/>
              <a:t> JavaFX </a:t>
            </a:r>
            <a:r>
              <a:rPr lang="en-GB" dirty="0" err="1"/>
              <a:t>wenn</a:t>
            </a:r>
            <a:r>
              <a:rPr lang="en-GB" dirty="0"/>
              <a:t> man nicht </a:t>
            </a:r>
            <a:r>
              <a:rPr lang="en-GB" dirty="0" err="1"/>
              <a:t>ausdrücklich</a:t>
            </a:r>
            <a:r>
              <a:rPr lang="en-GB" dirty="0"/>
              <a:t> </a:t>
            </a:r>
            <a:r>
              <a:rPr lang="en-GB" dirty="0" err="1"/>
              <a:t>darauf</a:t>
            </a:r>
            <a:r>
              <a:rPr lang="en-GB" dirty="0"/>
              <a:t> </a:t>
            </a:r>
            <a:r>
              <a:rPr lang="en-GB" dirty="0" err="1"/>
              <a:t>hinweist</a:t>
            </a:r>
            <a:endParaRPr lang="en-GB" dirty="0"/>
          </a:p>
          <a:p>
            <a:endParaRPr lang="en-GB" dirty="0"/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612594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3737E4-B2C9-8CF2-AC33-1C3601B7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Evaluierung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133786-CC80-2763-7637-747DDC24B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4718" y="1966293"/>
            <a:ext cx="942256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51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44385-CB57-5709-26DA-4CE664DE2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Evaluierung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4000" dirty="0" err="1">
                <a:solidFill>
                  <a:srgbClr val="FFFFFF"/>
                </a:solidFill>
              </a:rPr>
              <a:t>TodoApp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8842D6-9A6B-6AFA-7B0C-59B8E1542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476" y="467208"/>
            <a:ext cx="7221652" cy="592358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99BF623-1E3E-764A-BB0A-4A5432F0D3E0}"/>
              </a:ext>
            </a:extLst>
          </p:cNvPr>
          <p:cNvSpPr txBox="1"/>
          <p:nvPr/>
        </p:nvSpPr>
        <p:spPr>
          <a:xfrm>
            <a:off x="4495808" y="97876"/>
            <a:ext cx="5706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/>
              <a:t>Prüfung: Wird einfaches Programm richtig übersetzt?</a:t>
            </a:r>
          </a:p>
        </p:txBody>
      </p:sp>
    </p:spTree>
    <p:extLst>
      <p:ext uri="{BB962C8B-B14F-4D97-AF65-F5344CB8AC3E}">
        <p14:creationId xmlns:p14="http://schemas.microsoft.com/office/powerpoint/2010/main" val="1737693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91180-8BB2-F25F-434D-04F38E2C1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Evaluierung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TodoApp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13465F8-D81F-1F40-2E8C-79023353AB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50076"/>
              </p:ext>
            </p:extLst>
          </p:nvPr>
        </p:nvGraphicFramePr>
        <p:xfrm>
          <a:off x="850264" y="2348333"/>
          <a:ext cx="10491471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1677">
                  <a:extLst>
                    <a:ext uri="{9D8B030D-6E8A-4147-A177-3AD203B41FA5}">
                      <a16:colId xmlns:a16="http://schemas.microsoft.com/office/drawing/2014/main" val="732718873"/>
                    </a:ext>
                  </a:extLst>
                </a:gridCol>
                <a:gridCol w="2579794">
                  <a:extLst>
                    <a:ext uri="{9D8B030D-6E8A-4147-A177-3AD203B41FA5}">
                      <a16:colId xmlns:a16="http://schemas.microsoft.com/office/drawing/2014/main" val="3460910861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GB" sz="3300"/>
                        <a:t>Sample1</a:t>
                      </a:r>
                      <a:endParaRPr lang="en-AT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Bewertung</a:t>
                      </a:r>
                      <a:endParaRPr lang="en-AT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49552657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GB" sz="3300"/>
                        <a:t>Build-Stabilität (Kompilierbarkeit)</a:t>
                      </a:r>
                      <a:endParaRPr lang="en-AT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2</a:t>
                      </a:r>
                      <a:endParaRPr lang="en-AT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43924930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de-AT" sz="3300"/>
                        <a:t>Funktionale Korrektheit (Feature Parity)</a:t>
                      </a:r>
                      <a:endParaRPr lang="en-AT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2</a:t>
                      </a:r>
                      <a:endParaRPr lang="en-AT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4183813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de-AT" sz="3300"/>
                        <a:t>Code-Qualität &amp; Modernisierung</a:t>
                      </a:r>
                      <a:endParaRPr lang="en-AT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 dirty="0"/>
                        <a:t>1</a:t>
                      </a:r>
                      <a:endParaRPr lang="en-AT" sz="33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09319171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de-AT" sz="3300" dirty="0"/>
                        <a:t>Automatisierungsgrad (Effizienz)</a:t>
                      </a:r>
                      <a:endParaRPr lang="en-AT" sz="33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 dirty="0"/>
                        <a:t>2</a:t>
                      </a:r>
                      <a:endParaRPr lang="en-AT" sz="33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688063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81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E2A7B-636B-E11D-7D25-6D3312E07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 err="1">
                <a:solidFill>
                  <a:srgbClr val="FFFFFF"/>
                </a:solidFill>
              </a:rPr>
              <a:t>Evaluierung</a:t>
            </a:r>
            <a:r>
              <a:rPr lang="en-GB" sz="4000" dirty="0">
                <a:solidFill>
                  <a:srgbClr val="FFFFFF"/>
                </a:solidFill>
              </a:rPr>
              <a:t> – </a:t>
            </a:r>
            <a:r>
              <a:rPr lang="en-GB" sz="4000" dirty="0" err="1">
                <a:solidFill>
                  <a:srgbClr val="FFFFFF"/>
                </a:solidFill>
              </a:rPr>
              <a:t>TodoApp</a:t>
            </a:r>
            <a:endParaRPr lang="en-AT" sz="4000" dirty="0">
              <a:solidFill>
                <a:srgbClr val="FFFFFF"/>
              </a:solidFill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F0D9F43B-A151-74C8-79A1-6A894CAD61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774826"/>
              </p:ext>
            </p:extLst>
          </p:nvPr>
        </p:nvGraphicFramePr>
        <p:xfrm>
          <a:off x="6503158" y="649480"/>
          <a:ext cx="48624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8060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DA1F0-0ECC-81EC-011A-D0E81285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Evaluierung</a:t>
            </a:r>
            <a:r>
              <a:rPr lang="en-US" sz="4000" dirty="0">
                <a:solidFill>
                  <a:srgbClr val="FFFFFF"/>
                </a:solidFill>
              </a:rPr>
              <a:t> – Paint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25779A-3B40-1FC0-B3FE-CA2045B8A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245" y="2885852"/>
            <a:ext cx="3295242" cy="25941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9CB212-B663-A79C-12F1-C1912E882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17815"/>
            <a:ext cx="4153590" cy="399783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72932E9-D7B4-AB74-4ABF-AEB8865251F3}"/>
              </a:ext>
            </a:extLst>
          </p:cNvPr>
          <p:cNvSpPr txBox="1"/>
          <p:nvPr/>
        </p:nvSpPr>
        <p:spPr>
          <a:xfrm>
            <a:off x="699714" y="1677151"/>
            <a:ext cx="5903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/>
              <a:t>Prüfung: Aufwändige GUI -&gt; Wird GUI richtig übersetzt?</a:t>
            </a:r>
          </a:p>
        </p:txBody>
      </p:sp>
    </p:spTree>
    <p:extLst>
      <p:ext uri="{BB962C8B-B14F-4D97-AF65-F5344CB8AC3E}">
        <p14:creationId xmlns:p14="http://schemas.microsoft.com/office/powerpoint/2010/main" val="879347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9CE94-72A6-D16D-20CF-7D5D7CE28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64211-A850-CEBF-E2FD-B108715C2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Evaluierung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- Paint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BB8ADB0-7687-1568-B77A-0EB5456F0C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8045614"/>
              </p:ext>
            </p:extLst>
          </p:nvPr>
        </p:nvGraphicFramePr>
        <p:xfrm>
          <a:off x="850264" y="2348333"/>
          <a:ext cx="10491471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1677">
                  <a:extLst>
                    <a:ext uri="{9D8B030D-6E8A-4147-A177-3AD203B41FA5}">
                      <a16:colId xmlns:a16="http://schemas.microsoft.com/office/drawing/2014/main" val="732718873"/>
                    </a:ext>
                  </a:extLst>
                </a:gridCol>
                <a:gridCol w="2579794">
                  <a:extLst>
                    <a:ext uri="{9D8B030D-6E8A-4147-A177-3AD203B41FA5}">
                      <a16:colId xmlns:a16="http://schemas.microsoft.com/office/drawing/2014/main" val="3460910861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GB" sz="3300"/>
                        <a:t>Paint</a:t>
                      </a:r>
                      <a:endParaRPr lang="en-AT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Bewertung</a:t>
                      </a:r>
                      <a:endParaRPr lang="en-AT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49552657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GB" sz="3300"/>
                        <a:t>Build-Stabilität (Kompilierbarkeit)</a:t>
                      </a:r>
                      <a:endParaRPr lang="en-AT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1</a:t>
                      </a:r>
                      <a:endParaRPr lang="en-AT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43924930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de-AT" sz="3300"/>
                        <a:t>Funktionale Korrektheit (Feature Parity)</a:t>
                      </a:r>
                      <a:endParaRPr lang="en-AT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 dirty="0"/>
                        <a:t>1</a:t>
                      </a:r>
                      <a:endParaRPr lang="en-AT" sz="33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4183813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de-AT" sz="3300"/>
                        <a:t>Code-Qualität &amp; Modernisierung</a:t>
                      </a:r>
                      <a:endParaRPr lang="en-AT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0</a:t>
                      </a:r>
                      <a:endParaRPr lang="en-AT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09319171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de-AT" sz="3300"/>
                        <a:t>Automatisierungsgrad (Effizienz)</a:t>
                      </a:r>
                      <a:endParaRPr lang="en-AT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 dirty="0"/>
                        <a:t>2</a:t>
                      </a:r>
                      <a:endParaRPr lang="en-AT" sz="33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688063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653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A0191-FD5A-AF18-D631-C7F50581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Evaluierung - Paint</a:t>
            </a:r>
            <a:endParaRPr lang="en-AT" sz="4000">
              <a:solidFill>
                <a:srgbClr val="FFFFFF"/>
              </a:solidFill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E429C963-2B64-76A7-C3B1-1BE1E1708F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98348"/>
              </p:ext>
            </p:extLst>
          </p:nvPr>
        </p:nvGraphicFramePr>
        <p:xfrm>
          <a:off x="6503158" y="649480"/>
          <a:ext cx="48624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38642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24634-6986-4F2A-B9EE-73E31EE8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Evaluierung - Checkmate Master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A911B-B650-8451-9257-DB13ABF9F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810" y="1316749"/>
            <a:ext cx="3489149" cy="3653560"/>
          </a:xfrm>
          <a:prstGeom prst="rect">
            <a:avLst/>
          </a:prstGeom>
        </p:spPr>
      </p:pic>
      <p:pic>
        <p:nvPicPr>
          <p:cNvPr id="1026" name="Picture 2" descr="chess_default">
            <a:extLst>
              <a:ext uri="{FF2B5EF4-FFF2-40B4-BE49-F238E27FC236}">
                <a16:creationId xmlns:a16="http://schemas.microsoft.com/office/drawing/2014/main" id="{8285D2B2-42B2-9EBE-7FB0-D98AD161E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442" y="1316749"/>
            <a:ext cx="3658772" cy="3653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474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A99496-768D-C5CD-F66C-5730768B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713D12-B565-C50D-BF21-63E66465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Evaluierung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Checkmate Master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D35A63C-DD5F-C31C-06AB-430D0D1D47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4933266"/>
              </p:ext>
            </p:extLst>
          </p:nvPr>
        </p:nvGraphicFramePr>
        <p:xfrm>
          <a:off x="850264" y="2348333"/>
          <a:ext cx="10491471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1677">
                  <a:extLst>
                    <a:ext uri="{9D8B030D-6E8A-4147-A177-3AD203B41FA5}">
                      <a16:colId xmlns:a16="http://schemas.microsoft.com/office/drawing/2014/main" val="732718873"/>
                    </a:ext>
                  </a:extLst>
                </a:gridCol>
                <a:gridCol w="2579794">
                  <a:extLst>
                    <a:ext uri="{9D8B030D-6E8A-4147-A177-3AD203B41FA5}">
                      <a16:colId xmlns:a16="http://schemas.microsoft.com/office/drawing/2014/main" val="3460910861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GB" sz="3300"/>
                        <a:t>Chess</a:t>
                      </a:r>
                      <a:endParaRPr lang="en-AT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Bewertung</a:t>
                      </a:r>
                      <a:endParaRPr lang="en-AT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49552657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GB" sz="3300"/>
                        <a:t>Build-Stabilität (Kompilierbarkeit)</a:t>
                      </a:r>
                      <a:endParaRPr lang="en-AT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1</a:t>
                      </a:r>
                      <a:endParaRPr lang="en-AT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43924930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de-AT" sz="3300"/>
                        <a:t>Funktionale Korrektheit (Feature Parity)</a:t>
                      </a:r>
                      <a:endParaRPr lang="en-AT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 dirty="0"/>
                        <a:t>0</a:t>
                      </a:r>
                      <a:endParaRPr lang="en-AT" sz="33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4183813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de-AT" sz="3300" dirty="0"/>
                        <a:t>Code-Qualität &amp; Modernisierung</a:t>
                      </a:r>
                      <a:endParaRPr lang="en-AT" sz="33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 dirty="0"/>
                        <a:t>1</a:t>
                      </a:r>
                      <a:endParaRPr lang="en-AT" sz="33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09319171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de-AT" sz="3300"/>
                        <a:t>Automatisierungsgrad (Effizienz)</a:t>
                      </a:r>
                      <a:endParaRPr lang="en-AT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 dirty="0"/>
                        <a:t>2</a:t>
                      </a:r>
                      <a:endParaRPr lang="en-AT" sz="33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688063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7351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40202E-96F2-54D8-5C78-4B6C9F47F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Evaluierung – Checkmate Master</a:t>
            </a:r>
            <a:endParaRPr lang="en-AT" sz="4000">
              <a:solidFill>
                <a:srgbClr val="FFFFFF"/>
              </a:solidFill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CD143B87-101E-4C4E-0D9F-9E45B183BA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0932522"/>
              </p:ext>
            </p:extLst>
          </p:nvPr>
        </p:nvGraphicFramePr>
        <p:xfrm>
          <a:off x="6503158" y="649480"/>
          <a:ext cx="48624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6123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45F2B60-9F61-F24B-6B6F-F90376397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AT" sz="4000">
                <a:solidFill>
                  <a:srgbClr val="FFFFFF"/>
                </a:solidFill>
              </a:rPr>
              <a:t>Was könnte noch verbessert werden?</a:t>
            </a:r>
          </a:p>
        </p:txBody>
      </p:sp>
      <p:graphicFrame>
        <p:nvGraphicFramePr>
          <p:cNvPr id="23" name="Inhaltsplatzhalter 2">
            <a:extLst>
              <a:ext uri="{FF2B5EF4-FFF2-40B4-BE49-F238E27FC236}">
                <a16:creationId xmlns:a16="http://schemas.microsoft.com/office/drawing/2014/main" id="{7909D630-68C9-E2A4-F3C5-9B01DF833E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448225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20973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5BF654-3909-CE2D-270E-0BEBC6ED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9A936A3-8420-6664-4178-B2A5B2C84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7CB0E9-1154-D049-BB0A-DE8C158E7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AC54FA-C848-0BE1-F10A-234FDE81F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E00D4E-FE96-775F-80A2-98E822A41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A91F27-3F69-6B70-4C25-3A2E77C31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3E7C33-A1F3-8A2C-A8AA-8E407CF6C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4F68F66-E8DA-1ED1-9E86-812981582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4F6067-D47D-6B4F-35D3-2167D10A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Noch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Fragen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7F84C9-724B-36C8-6A15-ADAE01ECA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532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0</TotalTime>
  <Words>1298</Words>
  <Application>Microsoft Office PowerPoint</Application>
  <PresentationFormat>Breitbild</PresentationFormat>
  <Paragraphs>218</Paragraphs>
  <Slides>36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Consolas</vt:lpstr>
      <vt:lpstr>Office Theme</vt:lpstr>
      <vt:lpstr>AI-Assisted Java Legacy Migration  (Finn Dorninger und Joachim Pallinger)</vt:lpstr>
      <vt:lpstr>Warum Legacy Code migrieren ?</vt:lpstr>
      <vt:lpstr>Oracle sagt dazu</vt:lpstr>
      <vt:lpstr>Unser Projekt</vt:lpstr>
      <vt:lpstr>High-Level Goal</vt:lpstr>
      <vt:lpstr>Erste Versuche</vt:lpstr>
      <vt:lpstr>PowerPoint-Präsentation</vt:lpstr>
      <vt:lpstr>Herausforderungen</vt:lpstr>
      <vt:lpstr>Wie haben wir die Probleme  gelöst ?</vt:lpstr>
      <vt:lpstr>PowerPoint-Präsentation</vt:lpstr>
      <vt:lpstr>Verwendete KI Tools</vt:lpstr>
      <vt:lpstr>Problem – Reihenfolge</vt:lpstr>
      <vt:lpstr>Lösung – Reihenfolge</vt:lpstr>
      <vt:lpstr>PowerPoint-Präsentation</vt:lpstr>
      <vt:lpstr>Problem - Aufmerksamkeit der KI</vt:lpstr>
      <vt:lpstr>Problem - Aufmerksamkeit der KI</vt:lpstr>
      <vt:lpstr>Lösung – Aufmerksamkeit der KI</vt:lpstr>
      <vt:lpstr>PowerPoint-Präsentation</vt:lpstr>
      <vt:lpstr>Der “Self-Healing” Loop</vt:lpstr>
      <vt:lpstr>PowerPoint-Präsentation</vt:lpstr>
      <vt:lpstr>Problem – Fortsetzbarkeit</vt:lpstr>
      <vt:lpstr>Lösung - Fortsetzbarkeit</vt:lpstr>
      <vt:lpstr>PowerPoint-Präsentation</vt:lpstr>
      <vt:lpstr>Erkenntnisse</vt:lpstr>
      <vt:lpstr>Evaluierung</vt:lpstr>
      <vt:lpstr>Evaluierung – TodoApp</vt:lpstr>
      <vt:lpstr>Evaluierung – TodoApp</vt:lpstr>
      <vt:lpstr>Evaluierung – TodoApp</vt:lpstr>
      <vt:lpstr>Evaluierung – Paint</vt:lpstr>
      <vt:lpstr>Evaluierung - Paint</vt:lpstr>
      <vt:lpstr>Evaluierung - Paint</vt:lpstr>
      <vt:lpstr>Evaluierung - Checkmate Master</vt:lpstr>
      <vt:lpstr>Evaluierung – Checkmate Master</vt:lpstr>
      <vt:lpstr>Evaluierung – Checkmate Master</vt:lpstr>
      <vt:lpstr>Was könnte noch verbessert werden?</vt:lpstr>
      <vt:lpstr>Noch 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Pallinger</dc:creator>
  <cp:lastModifiedBy>Dorninger Finn - s2410307062</cp:lastModifiedBy>
  <cp:revision>47</cp:revision>
  <dcterms:created xsi:type="dcterms:W3CDTF">2026-05-26T20:26:56Z</dcterms:created>
  <dcterms:modified xsi:type="dcterms:W3CDTF">2026-05-29T07:25:44Z</dcterms:modified>
</cp:coreProperties>
</file>